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63" r:id="rId4"/>
  </p:sldMasterIdLst>
  <p:notesMasterIdLst>
    <p:notesMasterId r:id="rId35"/>
  </p:notesMasterIdLst>
  <p:handoutMasterIdLst>
    <p:handoutMasterId r:id="rId36"/>
  </p:handoutMasterIdLst>
  <p:sldIdLst>
    <p:sldId id="773" r:id="rId5"/>
    <p:sldId id="814" r:id="rId6"/>
    <p:sldId id="812" r:id="rId7"/>
    <p:sldId id="815" r:id="rId8"/>
    <p:sldId id="842" r:id="rId9"/>
    <p:sldId id="821" r:id="rId10"/>
    <p:sldId id="822" r:id="rId11"/>
    <p:sldId id="823" r:id="rId12"/>
    <p:sldId id="827" r:id="rId13"/>
    <p:sldId id="830" r:id="rId14"/>
    <p:sldId id="843" r:id="rId15"/>
    <p:sldId id="838" r:id="rId16"/>
    <p:sldId id="837" r:id="rId17"/>
    <p:sldId id="817" r:id="rId18"/>
    <p:sldId id="844" r:id="rId19"/>
    <p:sldId id="839" r:id="rId20"/>
    <p:sldId id="840" r:id="rId21"/>
    <p:sldId id="841" r:id="rId22"/>
    <p:sldId id="845" r:id="rId23"/>
    <p:sldId id="831" r:id="rId24"/>
    <p:sldId id="832" r:id="rId25"/>
    <p:sldId id="833" r:id="rId26"/>
    <p:sldId id="834" r:id="rId27"/>
    <p:sldId id="835" r:id="rId28"/>
    <p:sldId id="836" r:id="rId29"/>
    <p:sldId id="826" r:id="rId30"/>
    <p:sldId id="828" r:id="rId31"/>
    <p:sldId id="829" r:id="rId32"/>
    <p:sldId id="816" r:id="rId33"/>
    <p:sldId id="820" r:id="rId34"/>
  </p:sldIdLst>
  <p:sldSz cx="12192000" cy="6858000"/>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s" id="{7C826870-920B-4148-9F65-EC0CA3E72225}">
          <p14:sldIdLst>
            <p14:sldId id="773"/>
            <p14:sldId id="814"/>
            <p14:sldId id="812"/>
            <p14:sldId id="815"/>
            <p14:sldId id="842"/>
            <p14:sldId id="821"/>
            <p14:sldId id="822"/>
            <p14:sldId id="823"/>
            <p14:sldId id="827"/>
            <p14:sldId id="830"/>
            <p14:sldId id="843"/>
            <p14:sldId id="838"/>
            <p14:sldId id="837"/>
            <p14:sldId id="817"/>
            <p14:sldId id="844"/>
            <p14:sldId id="839"/>
            <p14:sldId id="840"/>
            <p14:sldId id="841"/>
            <p14:sldId id="845"/>
            <p14:sldId id="831"/>
            <p14:sldId id="832"/>
            <p14:sldId id="833"/>
            <p14:sldId id="834"/>
            <p14:sldId id="835"/>
            <p14:sldId id="836"/>
            <p14:sldId id="826"/>
            <p14:sldId id="828"/>
            <p14:sldId id="829"/>
            <p14:sldId id="816"/>
            <p14:sldId id="82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erre-André Mudry" initials="mui" lastIdx="1" clrIdx="0">
    <p:extLst>
      <p:ext uri="{19B8F6BF-5375-455C-9EA6-DF929625EA0E}">
        <p15:presenceInfo xmlns:p15="http://schemas.microsoft.com/office/powerpoint/2012/main" userId="Pierre-André Mudr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A666E"/>
    <a:srgbClr val="F7F5D5"/>
    <a:srgbClr val="E3F7D9"/>
    <a:srgbClr val="EBEBB5"/>
    <a:srgbClr val="CC0099"/>
    <a:srgbClr val="1947A3"/>
    <a:srgbClr val="FCC704"/>
    <a:srgbClr val="4B86E7"/>
    <a:srgbClr val="A8227B"/>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A913A-DA48-4549-AB8E-FF535E93646C}" v="82" dt="2026-01-15T22:41:44.984"/>
    <p1510:client id="{605122FB-1FD2-552F-07C0-FA0A0FFEF0B1}" v="102" dt="2026-01-15T16:07:03.924"/>
    <p1510:client id="{76B71651-FCA7-3817-9B97-6239DF3E2893}" v="8" dt="2026-01-15T10:34:03.407"/>
    <p1510:client id="{C31FC28C-1607-2016-03F6-8547A4C9F078}" v="29" dt="2026-01-15T21:23:46.446"/>
    <p1510:client id="{F6283C95-BEF5-7DD8-4596-22AED1AD6470}" v="363" dt="2026-01-15T21:26:42.87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850" autoAdjust="0"/>
  </p:normalViewPr>
  <p:slideViewPr>
    <p:cSldViewPr snapToGrid="0">
      <p:cViewPr varScale="1">
        <p:scale>
          <a:sx n="111" d="100"/>
          <a:sy n="111" d="100"/>
        </p:scale>
        <p:origin x="2180" y="29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3224"/>
        <p:guide pos="223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C6ACC8-4D39-4FA7-8140-F4EB2E19E662}" type="doc">
      <dgm:prSet loTypeId="urn:microsoft.com/office/officeart/2005/8/layout/hProcess9" loCatId="process" qsTypeId="urn:microsoft.com/office/officeart/2005/8/quickstyle/simple1" qsCatId="simple" csTypeId="urn:microsoft.com/office/officeart/2005/8/colors/accent2_3" csCatId="accent2" phldr="1"/>
      <dgm:spPr/>
      <dgm:t>
        <a:bodyPr/>
        <a:lstStyle/>
        <a:p>
          <a:endParaRPr lang="en-US"/>
        </a:p>
      </dgm:t>
    </dgm:pt>
    <dgm:pt modelId="{7E340D2B-4F9C-4567-BFED-C8DBC2FDE994}">
      <dgm:prSet/>
      <dgm:spPr/>
      <dgm:t>
        <a:bodyPr/>
        <a:lstStyle/>
        <a:p>
          <a:pPr>
            <a:defRPr cap="all"/>
          </a:pPr>
          <a:r>
            <a:rPr lang="fr-CH" b="1"/>
            <a:t>Contexte et problématique</a:t>
          </a:r>
          <a:endParaRPr lang="en-US"/>
        </a:p>
      </dgm:t>
    </dgm:pt>
    <dgm:pt modelId="{BE897E69-9FBC-417E-9D3E-32401496411B}" type="parTrans" cxnId="{5C54D3B1-AE50-4547-B358-9221527EB2BE}">
      <dgm:prSet/>
      <dgm:spPr/>
      <dgm:t>
        <a:bodyPr/>
        <a:lstStyle/>
        <a:p>
          <a:endParaRPr lang="en-US"/>
        </a:p>
      </dgm:t>
    </dgm:pt>
    <dgm:pt modelId="{EDA4CFEC-6393-4F03-BADF-85E41F75CD03}" type="sibTrans" cxnId="{5C54D3B1-AE50-4547-B358-9221527EB2BE}">
      <dgm:prSet/>
      <dgm:spPr/>
      <dgm:t>
        <a:bodyPr/>
        <a:lstStyle/>
        <a:p>
          <a:endParaRPr lang="en-US"/>
        </a:p>
      </dgm:t>
    </dgm:pt>
    <dgm:pt modelId="{0F01D833-28C0-4161-93C9-037C00598B52}">
      <dgm:prSet/>
      <dgm:spPr/>
      <dgm:t>
        <a:bodyPr/>
        <a:lstStyle/>
        <a:p>
          <a:pPr>
            <a:defRPr cap="all"/>
          </a:pPr>
          <a:r>
            <a:rPr lang="fr-CH" b="1"/>
            <a:t>Objectif(s)</a:t>
          </a:r>
          <a:endParaRPr lang="en-US"/>
        </a:p>
      </dgm:t>
    </dgm:pt>
    <dgm:pt modelId="{5E1AD16B-381F-439F-B6F3-E575B6DD4BCB}" type="parTrans" cxnId="{C5206558-5CD2-4F23-9164-7AC7FFC33551}">
      <dgm:prSet/>
      <dgm:spPr/>
      <dgm:t>
        <a:bodyPr/>
        <a:lstStyle/>
        <a:p>
          <a:endParaRPr lang="en-US"/>
        </a:p>
      </dgm:t>
    </dgm:pt>
    <dgm:pt modelId="{BD711811-70B2-45D9-8329-5C617AC130CF}" type="sibTrans" cxnId="{C5206558-5CD2-4F23-9164-7AC7FFC33551}">
      <dgm:prSet/>
      <dgm:spPr/>
      <dgm:t>
        <a:bodyPr/>
        <a:lstStyle/>
        <a:p>
          <a:endParaRPr lang="en-US"/>
        </a:p>
      </dgm:t>
    </dgm:pt>
    <dgm:pt modelId="{C5A9475D-63D5-4790-A650-17E7B84859F4}">
      <dgm:prSet/>
      <dgm:spPr/>
      <dgm:t>
        <a:bodyPr/>
        <a:lstStyle/>
        <a:p>
          <a:pPr>
            <a:defRPr cap="all"/>
          </a:pPr>
          <a:r>
            <a:rPr lang="fr-CH" b="1">
              <a:solidFill>
                <a:schemeClr val="bg1"/>
              </a:solidFill>
            </a:rPr>
            <a:t>Méthodes</a:t>
          </a:r>
          <a:endParaRPr lang="en-US">
            <a:solidFill>
              <a:schemeClr val="bg1"/>
            </a:solidFill>
          </a:endParaRPr>
        </a:p>
      </dgm:t>
    </dgm:pt>
    <dgm:pt modelId="{4AC2FC2E-4F8D-4FAF-ABB2-69ED7A0E0268}" type="parTrans" cxnId="{8D39596B-AC4B-4318-ABB7-FBE4C38E029D}">
      <dgm:prSet/>
      <dgm:spPr/>
      <dgm:t>
        <a:bodyPr/>
        <a:lstStyle/>
        <a:p>
          <a:endParaRPr lang="en-US"/>
        </a:p>
      </dgm:t>
    </dgm:pt>
    <dgm:pt modelId="{7CD5488B-5CE1-4F04-99CF-20C7C621F14D}" type="sibTrans" cxnId="{8D39596B-AC4B-4318-ABB7-FBE4C38E029D}">
      <dgm:prSet/>
      <dgm:spPr/>
      <dgm:t>
        <a:bodyPr/>
        <a:lstStyle/>
        <a:p>
          <a:endParaRPr lang="en-US"/>
        </a:p>
      </dgm:t>
    </dgm:pt>
    <dgm:pt modelId="{6341301C-D889-4A84-8DAB-99A3F992FA9F}" type="pres">
      <dgm:prSet presAssocID="{D4C6ACC8-4D39-4FA7-8140-F4EB2E19E662}" presName="CompostProcess" presStyleCnt="0">
        <dgm:presLayoutVars>
          <dgm:dir/>
          <dgm:resizeHandles val="exact"/>
        </dgm:presLayoutVars>
      </dgm:prSet>
      <dgm:spPr/>
    </dgm:pt>
    <dgm:pt modelId="{57291CDC-8579-41A9-B3D4-DE52D6724B54}" type="pres">
      <dgm:prSet presAssocID="{D4C6ACC8-4D39-4FA7-8140-F4EB2E19E662}" presName="arrow" presStyleLbl="bgShp" presStyleIdx="0" presStyleCnt="1"/>
      <dgm:spPr/>
    </dgm:pt>
    <dgm:pt modelId="{376FAFDB-6104-4263-85C6-DAB91681D75F}" type="pres">
      <dgm:prSet presAssocID="{D4C6ACC8-4D39-4FA7-8140-F4EB2E19E662}" presName="linearProcess" presStyleCnt="0"/>
      <dgm:spPr/>
    </dgm:pt>
    <dgm:pt modelId="{E9D48C64-7C32-4116-99C3-351C503305A0}" type="pres">
      <dgm:prSet presAssocID="{7E340D2B-4F9C-4567-BFED-C8DBC2FDE994}" presName="textNode" presStyleLbl="node1" presStyleIdx="0" presStyleCnt="3">
        <dgm:presLayoutVars>
          <dgm:bulletEnabled val="1"/>
        </dgm:presLayoutVars>
      </dgm:prSet>
      <dgm:spPr/>
    </dgm:pt>
    <dgm:pt modelId="{E0D9A65F-F19B-487B-BDA5-AF356E4D25D0}" type="pres">
      <dgm:prSet presAssocID="{EDA4CFEC-6393-4F03-BADF-85E41F75CD03}" presName="sibTrans" presStyleCnt="0"/>
      <dgm:spPr/>
    </dgm:pt>
    <dgm:pt modelId="{0B75E527-153C-4B10-80CE-1F2057A88015}" type="pres">
      <dgm:prSet presAssocID="{0F01D833-28C0-4161-93C9-037C00598B52}" presName="textNode" presStyleLbl="node1" presStyleIdx="1" presStyleCnt="3">
        <dgm:presLayoutVars>
          <dgm:bulletEnabled val="1"/>
        </dgm:presLayoutVars>
      </dgm:prSet>
      <dgm:spPr/>
    </dgm:pt>
    <dgm:pt modelId="{DF065964-B88C-4E92-9A29-716011720739}" type="pres">
      <dgm:prSet presAssocID="{BD711811-70B2-45D9-8329-5C617AC130CF}" presName="sibTrans" presStyleCnt="0"/>
      <dgm:spPr/>
    </dgm:pt>
    <dgm:pt modelId="{90E5BCFA-3C8A-457F-B6B3-D041C36A25FB}" type="pres">
      <dgm:prSet presAssocID="{C5A9475D-63D5-4790-A650-17E7B84859F4}" presName="textNode" presStyleLbl="node1" presStyleIdx="2" presStyleCnt="3">
        <dgm:presLayoutVars>
          <dgm:bulletEnabled val="1"/>
        </dgm:presLayoutVars>
      </dgm:prSet>
      <dgm:spPr/>
    </dgm:pt>
  </dgm:ptLst>
  <dgm:cxnLst>
    <dgm:cxn modelId="{7CDB060F-0F48-4969-88DA-24971E2A351F}" type="presOf" srcId="{7E340D2B-4F9C-4567-BFED-C8DBC2FDE994}" destId="{E9D48C64-7C32-4116-99C3-351C503305A0}" srcOrd="0" destOrd="0" presId="urn:microsoft.com/office/officeart/2005/8/layout/hProcess9"/>
    <dgm:cxn modelId="{95E58217-4A2B-43D6-B888-0601920F8602}" type="presOf" srcId="{0F01D833-28C0-4161-93C9-037C00598B52}" destId="{0B75E527-153C-4B10-80CE-1F2057A88015}" srcOrd="0" destOrd="0" presId="urn:microsoft.com/office/officeart/2005/8/layout/hProcess9"/>
    <dgm:cxn modelId="{64955B4A-A64D-4882-B12F-201095074FAD}" type="presOf" srcId="{D4C6ACC8-4D39-4FA7-8140-F4EB2E19E662}" destId="{6341301C-D889-4A84-8DAB-99A3F992FA9F}" srcOrd="0" destOrd="0" presId="urn:microsoft.com/office/officeart/2005/8/layout/hProcess9"/>
    <dgm:cxn modelId="{8D39596B-AC4B-4318-ABB7-FBE4C38E029D}" srcId="{D4C6ACC8-4D39-4FA7-8140-F4EB2E19E662}" destId="{C5A9475D-63D5-4790-A650-17E7B84859F4}" srcOrd="2" destOrd="0" parTransId="{4AC2FC2E-4F8D-4FAF-ABB2-69ED7A0E0268}" sibTransId="{7CD5488B-5CE1-4F04-99CF-20C7C621F14D}"/>
    <dgm:cxn modelId="{C5206558-5CD2-4F23-9164-7AC7FFC33551}" srcId="{D4C6ACC8-4D39-4FA7-8140-F4EB2E19E662}" destId="{0F01D833-28C0-4161-93C9-037C00598B52}" srcOrd="1" destOrd="0" parTransId="{5E1AD16B-381F-439F-B6F3-E575B6DD4BCB}" sibTransId="{BD711811-70B2-45D9-8329-5C617AC130CF}"/>
    <dgm:cxn modelId="{807344A3-A38F-4B39-842E-160BF35BC51D}" type="presOf" srcId="{C5A9475D-63D5-4790-A650-17E7B84859F4}" destId="{90E5BCFA-3C8A-457F-B6B3-D041C36A25FB}" srcOrd="0" destOrd="0" presId="urn:microsoft.com/office/officeart/2005/8/layout/hProcess9"/>
    <dgm:cxn modelId="{5C54D3B1-AE50-4547-B358-9221527EB2BE}" srcId="{D4C6ACC8-4D39-4FA7-8140-F4EB2E19E662}" destId="{7E340D2B-4F9C-4567-BFED-C8DBC2FDE994}" srcOrd="0" destOrd="0" parTransId="{BE897E69-9FBC-417E-9D3E-32401496411B}" sibTransId="{EDA4CFEC-6393-4F03-BADF-85E41F75CD03}"/>
    <dgm:cxn modelId="{CC719151-42EC-4A87-9038-A06DDE3D04C8}" type="presParOf" srcId="{6341301C-D889-4A84-8DAB-99A3F992FA9F}" destId="{57291CDC-8579-41A9-B3D4-DE52D6724B54}" srcOrd="0" destOrd="0" presId="urn:microsoft.com/office/officeart/2005/8/layout/hProcess9"/>
    <dgm:cxn modelId="{2558DEED-F14B-4D64-9274-58BF5AB83301}" type="presParOf" srcId="{6341301C-D889-4A84-8DAB-99A3F992FA9F}" destId="{376FAFDB-6104-4263-85C6-DAB91681D75F}" srcOrd="1" destOrd="0" presId="urn:microsoft.com/office/officeart/2005/8/layout/hProcess9"/>
    <dgm:cxn modelId="{58BE1753-7596-4327-9EC8-54C74C9A9047}" type="presParOf" srcId="{376FAFDB-6104-4263-85C6-DAB91681D75F}" destId="{E9D48C64-7C32-4116-99C3-351C503305A0}" srcOrd="0" destOrd="0" presId="urn:microsoft.com/office/officeart/2005/8/layout/hProcess9"/>
    <dgm:cxn modelId="{39B130ED-8ADD-4BFA-89E3-27847BE6338F}" type="presParOf" srcId="{376FAFDB-6104-4263-85C6-DAB91681D75F}" destId="{E0D9A65F-F19B-487B-BDA5-AF356E4D25D0}" srcOrd="1" destOrd="0" presId="urn:microsoft.com/office/officeart/2005/8/layout/hProcess9"/>
    <dgm:cxn modelId="{D0D87F7F-7EAA-40CC-A799-FD072D077F5E}" type="presParOf" srcId="{376FAFDB-6104-4263-85C6-DAB91681D75F}" destId="{0B75E527-153C-4B10-80CE-1F2057A88015}" srcOrd="2" destOrd="0" presId="urn:microsoft.com/office/officeart/2005/8/layout/hProcess9"/>
    <dgm:cxn modelId="{B8585BAB-99A1-4CC0-9909-9F59FBE4736D}" type="presParOf" srcId="{376FAFDB-6104-4263-85C6-DAB91681D75F}" destId="{DF065964-B88C-4E92-9A29-716011720739}" srcOrd="3" destOrd="0" presId="urn:microsoft.com/office/officeart/2005/8/layout/hProcess9"/>
    <dgm:cxn modelId="{A2E2916C-5017-463E-9980-AEC3DC1C4503}" type="presParOf" srcId="{376FAFDB-6104-4263-85C6-DAB91681D75F}" destId="{90E5BCFA-3C8A-457F-B6B3-D041C36A25FB}"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FFBD40-F8E6-43E3-AE86-353CB709F92E}" type="doc">
      <dgm:prSet loTypeId="urn:microsoft.com/office/officeart/2005/8/layout/process1" loCatId="process" qsTypeId="urn:microsoft.com/office/officeart/2005/8/quickstyle/simple4" qsCatId="simple" csTypeId="urn:microsoft.com/office/officeart/2005/8/colors/accent2_3" csCatId="accent2" phldr="1"/>
      <dgm:spPr/>
    </dgm:pt>
    <dgm:pt modelId="{417432DF-1914-4AA3-8051-9FD2C739016D}">
      <dgm:prSet phldrT="[Text]" phldr="0"/>
      <dgm:spPr/>
      <dgm:t>
        <a:bodyPr/>
        <a:lstStyle/>
        <a:p>
          <a:r>
            <a:rPr lang="fr-CH" sz="2400" b="1">
              <a:latin typeface="Open Sans"/>
              <a:ea typeface="Open Sans"/>
              <a:cs typeface="Open Sans"/>
            </a:rPr>
            <a:t>Récolter</a:t>
          </a:r>
          <a:endParaRPr lang="en-US"/>
        </a:p>
      </dgm:t>
    </dgm:pt>
    <dgm:pt modelId="{30ADC16E-75AC-49FE-A546-7F48696507B9}" type="parTrans" cxnId="{FAA6ADDC-726F-4AD9-935C-8F6C33A0A3A4}">
      <dgm:prSet/>
      <dgm:spPr/>
    </dgm:pt>
    <dgm:pt modelId="{0E26AE7B-024A-49A3-AF61-5C7CB240C557}" type="sibTrans" cxnId="{FAA6ADDC-726F-4AD9-935C-8F6C33A0A3A4}">
      <dgm:prSet/>
      <dgm:spPr/>
      <dgm:t>
        <a:bodyPr/>
        <a:lstStyle/>
        <a:p>
          <a:endParaRPr lang="en-US"/>
        </a:p>
      </dgm:t>
    </dgm:pt>
    <dgm:pt modelId="{F36F0342-7036-413A-BC43-1075299634C0}">
      <dgm:prSet phldrT="[Text]" phldr="0"/>
      <dgm:spPr/>
      <dgm:t>
        <a:bodyPr/>
        <a:lstStyle/>
        <a:p>
          <a:pPr rtl="0"/>
          <a:r>
            <a:rPr lang="fr-CH" sz="2400" b="1">
              <a:latin typeface="Open Sans"/>
              <a:ea typeface="Open Sans"/>
              <a:cs typeface="Open Sans"/>
            </a:rPr>
            <a:t>Filtrer </a:t>
          </a:r>
          <a:endParaRPr lang="en-US"/>
        </a:p>
      </dgm:t>
    </dgm:pt>
    <dgm:pt modelId="{8621E295-87D6-43EF-88D8-FBF3D0D1D4CF}" type="parTrans" cxnId="{2DA830AD-2FEA-44F7-B27F-E76704F34435}">
      <dgm:prSet/>
      <dgm:spPr/>
    </dgm:pt>
    <dgm:pt modelId="{EF476015-306F-41FC-8E3A-E7C895CDB39B}" type="sibTrans" cxnId="{2DA830AD-2FEA-44F7-B27F-E76704F34435}">
      <dgm:prSet/>
      <dgm:spPr/>
      <dgm:t>
        <a:bodyPr/>
        <a:lstStyle/>
        <a:p>
          <a:endParaRPr lang="en-US"/>
        </a:p>
      </dgm:t>
    </dgm:pt>
    <dgm:pt modelId="{F4669150-19DD-420A-9FA6-ABEDA3007AB0}">
      <dgm:prSet phldr="0"/>
      <dgm:spPr/>
      <dgm:t>
        <a:bodyPr/>
        <a:lstStyle/>
        <a:p>
          <a:pPr algn="l" rtl="0"/>
          <a:r>
            <a:rPr lang="fr-CH" sz="2400" b="1">
              <a:latin typeface="Open Sans"/>
              <a:ea typeface="Open Sans"/>
              <a:cs typeface="Open Sans"/>
            </a:rPr>
            <a:t>Comparer/Analyser</a:t>
          </a:r>
          <a:endParaRPr lang="en-US" sz="2400">
            <a:latin typeface="Open Sans"/>
            <a:ea typeface="Open Sans"/>
            <a:cs typeface="Open Sans"/>
          </a:endParaRPr>
        </a:p>
      </dgm:t>
    </dgm:pt>
    <dgm:pt modelId="{76725155-A269-4485-ABAE-2AD0DBCE1AC4}" type="parTrans" cxnId="{CAD19EBC-1C13-486C-9149-F105A3500A99}">
      <dgm:prSet/>
      <dgm:spPr/>
    </dgm:pt>
    <dgm:pt modelId="{D3A38155-FD77-4CBD-A31B-E012DDE69169}" type="sibTrans" cxnId="{CAD19EBC-1C13-486C-9149-F105A3500A99}">
      <dgm:prSet/>
      <dgm:spPr/>
      <dgm:t>
        <a:bodyPr/>
        <a:lstStyle/>
        <a:p>
          <a:endParaRPr lang="en-US"/>
        </a:p>
      </dgm:t>
    </dgm:pt>
    <dgm:pt modelId="{A21D2127-DBA2-4E89-9AB2-AFF2B4D858FB}" type="pres">
      <dgm:prSet presAssocID="{07FFBD40-F8E6-43E3-AE86-353CB709F92E}" presName="Name0" presStyleCnt="0">
        <dgm:presLayoutVars>
          <dgm:dir/>
          <dgm:resizeHandles val="exact"/>
        </dgm:presLayoutVars>
      </dgm:prSet>
      <dgm:spPr/>
    </dgm:pt>
    <dgm:pt modelId="{7FDAF70E-ADA5-47F5-8EBF-DF48FC33069C}" type="pres">
      <dgm:prSet presAssocID="{417432DF-1914-4AA3-8051-9FD2C739016D}" presName="node" presStyleLbl="node1" presStyleIdx="0" presStyleCnt="3">
        <dgm:presLayoutVars>
          <dgm:bulletEnabled val="1"/>
        </dgm:presLayoutVars>
      </dgm:prSet>
      <dgm:spPr/>
    </dgm:pt>
    <dgm:pt modelId="{7395251C-159A-4415-B2A0-974F8195149A}" type="pres">
      <dgm:prSet presAssocID="{0E26AE7B-024A-49A3-AF61-5C7CB240C557}" presName="sibTrans" presStyleLbl="sibTrans2D1" presStyleIdx="0" presStyleCnt="2"/>
      <dgm:spPr/>
    </dgm:pt>
    <dgm:pt modelId="{6891EB18-D06D-43F6-A6BB-1E48BA378B11}" type="pres">
      <dgm:prSet presAssocID="{0E26AE7B-024A-49A3-AF61-5C7CB240C557}" presName="connectorText" presStyleLbl="sibTrans2D1" presStyleIdx="0" presStyleCnt="2"/>
      <dgm:spPr/>
    </dgm:pt>
    <dgm:pt modelId="{4D3FE9FB-A689-4114-B530-93E4AE8D3A45}" type="pres">
      <dgm:prSet presAssocID="{F36F0342-7036-413A-BC43-1075299634C0}" presName="node" presStyleLbl="node1" presStyleIdx="1" presStyleCnt="3">
        <dgm:presLayoutVars>
          <dgm:bulletEnabled val="1"/>
        </dgm:presLayoutVars>
      </dgm:prSet>
      <dgm:spPr/>
    </dgm:pt>
    <dgm:pt modelId="{CB485982-1840-45BC-9580-2FA0D1AFE6C3}" type="pres">
      <dgm:prSet presAssocID="{EF476015-306F-41FC-8E3A-E7C895CDB39B}" presName="sibTrans" presStyleLbl="sibTrans2D1" presStyleIdx="1" presStyleCnt="2"/>
      <dgm:spPr/>
    </dgm:pt>
    <dgm:pt modelId="{26489A4B-4DE6-4C1B-8BF2-8ED0A6800F82}" type="pres">
      <dgm:prSet presAssocID="{EF476015-306F-41FC-8E3A-E7C895CDB39B}" presName="connectorText" presStyleLbl="sibTrans2D1" presStyleIdx="1" presStyleCnt="2"/>
      <dgm:spPr/>
    </dgm:pt>
    <dgm:pt modelId="{C535A901-4322-43E7-A255-706A92FD8D69}" type="pres">
      <dgm:prSet presAssocID="{F4669150-19DD-420A-9FA6-ABEDA3007AB0}" presName="node" presStyleLbl="node1" presStyleIdx="2" presStyleCnt="3">
        <dgm:presLayoutVars>
          <dgm:bulletEnabled val="1"/>
        </dgm:presLayoutVars>
      </dgm:prSet>
      <dgm:spPr/>
    </dgm:pt>
  </dgm:ptLst>
  <dgm:cxnLst>
    <dgm:cxn modelId="{B35F0E01-1742-4E81-8DB5-CC8DC7855AA0}" type="presOf" srcId="{07FFBD40-F8E6-43E3-AE86-353CB709F92E}" destId="{A21D2127-DBA2-4E89-9AB2-AFF2B4D858FB}" srcOrd="0" destOrd="0" presId="urn:microsoft.com/office/officeart/2005/8/layout/process1"/>
    <dgm:cxn modelId="{B6E21503-6CF6-4915-9E13-BC71F5819B24}" type="presOf" srcId="{0E26AE7B-024A-49A3-AF61-5C7CB240C557}" destId="{6891EB18-D06D-43F6-A6BB-1E48BA378B11}" srcOrd="1" destOrd="0" presId="urn:microsoft.com/office/officeart/2005/8/layout/process1"/>
    <dgm:cxn modelId="{5DF6F311-8D09-43AF-8A17-24F69EFAC0AF}" type="presOf" srcId="{EF476015-306F-41FC-8E3A-E7C895CDB39B}" destId="{CB485982-1840-45BC-9580-2FA0D1AFE6C3}" srcOrd="0" destOrd="0" presId="urn:microsoft.com/office/officeart/2005/8/layout/process1"/>
    <dgm:cxn modelId="{9AFDBF6E-EA0A-4C4A-8165-D52D7F505389}" type="presOf" srcId="{417432DF-1914-4AA3-8051-9FD2C739016D}" destId="{7FDAF70E-ADA5-47F5-8EBF-DF48FC33069C}" srcOrd="0" destOrd="0" presId="urn:microsoft.com/office/officeart/2005/8/layout/process1"/>
    <dgm:cxn modelId="{CA584872-D1CF-4DAF-9D1D-6A4F4290B314}" type="presOf" srcId="{F4669150-19DD-420A-9FA6-ABEDA3007AB0}" destId="{C535A901-4322-43E7-A255-706A92FD8D69}" srcOrd="0" destOrd="0" presId="urn:microsoft.com/office/officeart/2005/8/layout/process1"/>
    <dgm:cxn modelId="{5CBDAE59-8FEE-45F7-AB8E-48AA2A203B58}" type="presOf" srcId="{EF476015-306F-41FC-8E3A-E7C895CDB39B}" destId="{26489A4B-4DE6-4C1B-8BF2-8ED0A6800F82}" srcOrd="1" destOrd="0" presId="urn:microsoft.com/office/officeart/2005/8/layout/process1"/>
    <dgm:cxn modelId="{2DA830AD-2FEA-44F7-B27F-E76704F34435}" srcId="{07FFBD40-F8E6-43E3-AE86-353CB709F92E}" destId="{F36F0342-7036-413A-BC43-1075299634C0}" srcOrd="1" destOrd="0" parTransId="{8621E295-87D6-43EF-88D8-FBF3D0D1D4CF}" sibTransId="{EF476015-306F-41FC-8E3A-E7C895CDB39B}"/>
    <dgm:cxn modelId="{CAD19EBC-1C13-486C-9149-F105A3500A99}" srcId="{07FFBD40-F8E6-43E3-AE86-353CB709F92E}" destId="{F4669150-19DD-420A-9FA6-ABEDA3007AB0}" srcOrd="2" destOrd="0" parTransId="{76725155-A269-4485-ABAE-2AD0DBCE1AC4}" sibTransId="{D3A38155-FD77-4CBD-A31B-E012DDE69169}"/>
    <dgm:cxn modelId="{79A5F3D5-C37C-49D6-A7FD-3A0CBAC22E1D}" type="presOf" srcId="{0E26AE7B-024A-49A3-AF61-5C7CB240C557}" destId="{7395251C-159A-4415-B2A0-974F8195149A}" srcOrd="0" destOrd="0" presId="urn:microsoft.com/office/officeart/2005/8/layout/process1"/>
    <dgm:cxn modelId="{FAA6ADDC-726F-4AD9-935C-8F6C33A0A3A4}" srcId="{07FFBD40-F8E6-43E3-AE86-353CB709F92E}" destId="{417432DF-1914-4AA3-8051-9FD2C739016D}" srcOrd="0" destOrd="0" parTransId="{30ADC16E-75AC-49FE-A546-7F48696507B9}" sibTransId="{0E26AE7B-024A-49A3-AF61-5C7CB240C557}"/>
    <dgm:cxn modelId="{09FC17F0-1329-41C1-9C14-1B034DE92F95}" type="presOf" srcId="{F36F0342-7036-413A-BC43-1075299634C0}" destId="{4D3FE9FB-A689-4114-B530-93E4AE8D3A45}" srcOrd="0" destOrd="0" presId="urn:microsoft.com/office/officeart/2005/8/layout/process1"/>
    <dgm:cxn modelId="{F9F975F3-50E9-47A1-B7C2-829CE36CCF9E}" type="presParOf" srcId="{A21D2127-DBA2-4E89-9AB2-AFF2B4D858FB}" destId="{7FDAF70E-ADA5-47F5-8EBF-DF48FC33069C}" srcOrd="0" destOrd="0" presId="urn:microsoft.com/office/officeart/2005/8/layout/process1"/>
    <dgm:cxn modelId="{AC0BD7DE-41FE-4F93-905E-F27BD7020021}" type="presParOf" srcId="{A21D2127-DBA2-4E89-9AB2-AFF2B4D858FB}" destId="{7395251C-159A-4415-B2A0-974F8195149A}" srcOrd="1" destOrd="0" presId="urn:microsoft.com/office/officeart/2005/8/layout/process1"/>
    <dgm:cxn modelId="{6C2133F4-0E3A-40F3-B34A-70F2825DBF09}" type="presParOf" srcId="{7395251C-159A-4415-B2A0-974F8195149A}" destId="{6891EB18-D06D-43F6-A6BB-1E48BA378B11}" srcOrd="0" destOrd="0" presId="urn:microsoft.com/office/officeart/2005/8/layout/process1"/>
    <dgm:cxn modelId="{0529A037-0D7B-4184-A47F-3E839810C742}" type="presParOf" srcId="{A21D2127-DBA2-4E89-9AB2-AFF2B4D858FB}" destId="{4D3FE9FB-A689-4114-B530-93E4AE8D3A45}" srcOrd="2" destOrd="0" presId="urn:microsoft.com/office/officeart/2005/8/layout/process1"/>
    <dgm:cxn modelId="{20F7AEA9-3709-4CD9-A963-4AA31AE85AF5}" type="presParOf" srcId="{A21D2127-DBA2-4E89-9AB2-AFF2B4D858FB}" destId="{CB485982-1840-45BC-9580-2FA0D1AFE6C3}" srcOrd="3" destOrd="0" presId="urn:microsoft.com/office/officeart/2005/8/layout/process1"/>
    <dgm:cxn modelId="{FE6300C5-904F-47F1-AD6A-A5569219330E}" type="presParOf" srcId="{CB485982-1840-45BC-9580-2FA0D1AFE6C3}" destId="{26489A4B-4DE6-4C1B-8BF2-8ED0A6800F82}" srcOrd="0" destOrd="0" presId="urn:microsoft.com/office/officeart/2005/8/layout/process1"/>
    <dgm:cxn modelId="{DFD2EF9D-AB42-455C-BE2B-864E21AFCC93}" type="presParOf" srcId="{A21D2127-DBA2-4E89-9AB2-AFF2B4D858FB}" destId="{C535A901-4322-43E7-A255-706A92FD8D69}"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2582BD-E0D7-4E7A-B963-6E19DCEAFB24}" type="doc">
      <dgm:prSet loTypeId="urn:microsoft.com/office/officeart/2005/8/layout/chevron2" loCatId="process" qsTypeId="urn:microsoft.com/office/officeart/2005/8/quickstyle/simple1" qsCatId="simple" csTypeId="urn:microsoft.com/office/officeart/2005/8/colors/accent2_3" csCatId="accent2" phldr="1"/>
      <dgm:spPr/>
      <dgm:t>
        <a:bodyPr/>
        <a:lstStyle/>
        <a:p>
          <a:endParaRPr lang="en-US"/>
        </a:p>
      </dgm:t>
    </dgm:pt>
    <dgm:pt modelId="{EDA1D81A-C355-404C-9314-7875B6D530B1}">
      <dgm:prSet phldrT="[Text]" phldr="0"/>
      <dgm:spPr/>
      <dgm:t>
        <a:bodyPr/>
        <a:lstStyle/>
        <a:p>
          <a:pPr rtl="0"/>
          <a:r>
            <a:rPr lang="en-US">
              <a:latin typeface="Calibri"/>
            </a:rPr>
            <a:t>Maroua &amp; Vadym</a:t>
          </a:r>
          <a:endParaRPr lang="en-US"/>
        </a:p>
      </dgm:t>
    </dgm:pt>
    <dgm:pt modelId="{3AF32162-17EC-4D48-9DF8-56DD73A8909B}" type="parTrans" cxnId="{4DA6DD5E-C37E-444D-AE52-DC3D59A0B6C2}">
      <dgm:prSet/>
      <dgm:spPr/>
      <dgm:t>
        <a:bodyPr/>
        <a:lstStyle/>
        <a:p>
          <a:endParaRPr lang="en-US"/>
        </a:p>
      </dgm:t>
    </dgm:pt>
    <dgm:pt modelId="{74180B77-33E8-4DFB-98B3-D3F87247F43D}" type="sibTrans" cxnId="{4DA6DD5E-C37E-444D-AE52-DC3D59A0B6C2}">
      <dgm:prSet/>
      <dgm:spPr/>
      <dgm:t>
        <a:bodyPr/>
        <a:lstStyle/>
        <a:p>
          <a:endParaRPr lang="en-US"/>
        </a:p>
      </dgm:t>
    </dgm:pt>
    <dgm:pt modelId="{1242BFFC-B016-4E2D-816F-B3B1730F6F3C}">
      <dgm:prSet phldrT="[Text]" phldr="0"/>
      <dgm:spPr/>
      <dgm:t>
        <a:bodyPr/>
        <a:lstStyle/>
        <a:p>
          <a:pPr rtl="0"/>
          <a:r>
            <a:rPr lang="fr-CH" sz="1600" b="1">
              <a:latin typeface="Open Sans"/>
              <a:ea typeface="Open Sans"/>
              <a:cs typeface="Open Sans"/>
            </a:rPr>
            <a:t>Nettoyage des données</a:t>
          </a:r>
          <a:endParaRPr lang="en-US" sz="1400"/>
        </a:p>
      </dgm:t>
    </dgm:pt>
    <dgm:pt modelId="{E846FCCC-F14A-489D-BDB4-2AD5FFAD2105}" type="parTrans" cxnId="{1D62D634-B43F-42C3-81A1-300728022F3E}">
      <dgm:prSet/>
      <dgm:spPr/>
      <dgm:t>
        <a:bodyPr/>
        <a:lstStyle/>
        <a:p>
          <a:endParaRPr lang="en-US"/>
        </a:p>
      </dgm:t>
    </dgm:pt>
    <dgm:pt modelId="{E43C51C1-BEEA-4D6F-BC57-F04C40407143}" type="sibTrans" cxnId="{1D62D634-B43F-42C3-81A1-300728022F3E}">
      <dgm:prSet/>
      <dgm:spPr/>
      <dgm:t>
        <a:bodyPr/>
        <a:lstStyle/>
        <a:p>
          <a:endParaRPr lang="en-US"/>
        </a:p>
      </dgm:t>
    </dgm:pt>
    <dgm:pt modelId="{C80BE5A9-409D-42CC-9F06-2F312FAFFD52}">
      <dgm:prSet phldrT="[Text]" phldr="0"/>
      <dgm:spPr/>
      <dgm:t>
        <a:bodyPr/>
        <a:lstStyle/>
        <a:p>
          <a:pPr rtl="0"/>
          <a:r>
            <a:rPr lang="fr-CH" sz="1600" b="1">
              <a:latin typeface="Open Sans"/>
              <a:ea typeface="Open Sans"/>
              <a:cs typeface="Open Sans"/>
            </a:rPr>
            <a:t>Comparaison et recherche de corrélation entre les données</a:t>
          </a:r>
          <a:endParaRPr lang="en-US" sz="1400"/>
        </a:p>
      </dgm:t>
    </dgm:pt>
    <dgm:pt modelId="{53FC800D-C439-49F9-9789-9B29876D00DB}" type="parTrans" cxnId="{1954FE32-41D1-45CD-A15F-41180911222E}">
      <dgm:prSet/>
      <dgm:spPr/>
      <dgm:t>
        <a:bodyPr/>
        <a:lstStyle/>
        <a:p>
          <a:endParaRPr lang="en-US"/>
        </a:p>
      </dgm:t>
    </dgm:pt>
    <dgm:pt modelId="{935F45E8-6746-461E-B7C1-C38D981753B8}" type="sibTrans" cxnId="{1954FE32-41D1-45CD-A15F-41180911222E}">
      <dgm:prSet/>
      <dgm:spPr/>
      <dgm:t>
        <a:bodyPr/>
        <a:lstStyle/>
        <a:p>
          <a:endParaRPr lang="en-US"/>
        </a:p>
      </dgm:t>
    </dgm:pt>
    <dgm:pt modelId="{AAD6F782-2E94-4D04-A904-E32F0330624B}">
      <dgm:prSet phldrT="[Text]" phldr="0"/>
      <dgm:spPr/>
      <dgm:t>
        <a:bodyPr/>
        <a:lstStyle/>
        <a:p>
          <a:r>
            <a:rPr lang="en-US" sz="1800">
              <a:latin typeface="Calibri"/>
            </a:rPr>
            <a:t>Lucas</a:t>
          </a:r>
          <a:endParaRPr lang="en-US" sz="1800"/>
        </a:p>
      </dgm:t>
    </dgm:pt>
    <dgm:pt modelId="{3FC33339-0BCB-4822-8907-4CAD7DC59ED6}" type="parTrans" cxnId="{1EC44CD7-6B27-4D20-BD30-F69C807B37FE}">
      <dgm:prSet/>
      <dgm:spPr/>
      <dgm:t>
        <a:bodyPr/>
        <a:lstStyle/>
        <a:p>
          <a:endParaRPr lang="en-US"/>
        </a:p>
      </dgm:t>
    </dgm:pt>
    <dgm:pt modelId="{2B0DB8C8-CEEE-48E0-A488-B8791653DBB7}" type="sibTrans" cxnId="{1EC44CD7-6B27-4D20-BD30-F69C807B37FE}">
      <dgm:prSet/>
      <dgm:spPr/>
      <dgm:t>
        <a:bodyPr/>
        <a:lstStyle/>
        <a:p>
          <a:endParaRPr lang="en-US"/>
        </a:p>
      </dgm:t>
    </dgm:pt>
    <dgm:pt modelId="{EFBB9477-61AB-4CFA-9A22-B2BC3B56E9F5}">
      <dgm:prSet phldr="0"/>
      <dgm:spPr/>
      <dgm:t>
        <a:bodyPr/>
        <a:lstStyle/>
        <a:p>
          <a:pPr rtl="0"/>
          <a:r>
            <a:rPr lang="fr-CH" sz="1600" b="1">
              <a:latin typeface="Open Sans"/>
              <a:ea typeface="Open Sans"/>
              <a:cs typeface="Open Sans"/>
            </a:rPr>
            <a:t>Préparation Oral</a:t>
          </a:r>
          <a:endParaRPr lang="en-US" sz="1400">
            <a:latin typeface="Calibri"/>
          </a:endParaRPr>
        </a:p>
      </dgm:t>
    </dgm:pt>
    <dgm:pt modelId="{646C2012-729B-4771-8CD4-C544BA39EAB7}" type="parTrans" cxnId="{21EED09A-61DB-4827-BF8A-830AB2A2F324}">
      <dgm:prSet/>
      <dgm:spPr/>
    </dgm:pt>
    <dgm:pt modelId="{90BD0D3D-06D9-4627-B4C4-E58AE7F0FDFF}" type="sibTrans" cxnId="{21EED09A-61DB-4827-BF8A-830AB2A2F324}">
      <dgm:prSet/>
      <dgm:spPr/>
    </dgm:pt>
    <dgm:pt modelId="{72BC73EF-F08F-4A46-9B3D-3BD155E43A99}">
      <dgm:prSet phldr="0"/>
      <dgm:spPr/>
      <dgm:t>
        <a:bodyPr/>
        <a:lstStyle/>
        <a:p>
          <a:pPr algn="l" rtl="0"/>
          <a:r>
            <a:rPr lang="fr-CH" sz="1600" b="1">
              <a:latin typeface="Open Sans"/>
              <a:ea typeface="Open Sans"/>
              <a:cs typeface="Open Sans"/>
            </a:rPr>
            <a:t>Statistiques</a:t>
          </a:r>
          <a:endParaRPr lang="en-US" sz="1600">
            <a:latin typeface="Open Sans"/>
            <a:ea typeface="Open Sans"/>
            <a:cs typeface="Open Sans"/>
          </a:endParaRPr>
        </a:p>
      </dgm:t>
    </dgm:pt>
    <dgm:pt modelId="{AF97E5FB-2BA8-4E5C-B1E2-9379CCC24882}" type="parTrans" cxnId="{7ACF99BD-165B-4040-A35C-7568D93851F1}">
      <dgm:prSet/>
      <dgm:spPr/>
    </dgm:pt>
    <dgm:pt modelId="{A144501D-24B3-48E5-8720-57473469EBEC}" type="sibTrans" cxnId="{7ACF99BD-165B-4040-A35C-7568D93851F1}">
      <dgm:prSet/>
      <dgm:spPr/>
    </dgm:pt>
    <dgm:pt modelId="{08E093B7-7CEF-4201-A8A9-E299349C2D79}" type="pres">
      <dgm:prSet presAssocID="{502582BD-E0D7-4E7A-B963-6E19DCEAFB24}" presName="linearFlow" presStyleCnt="0">
        <dgm:presLayoutVars>
          <dgm:dir/>
          <dgm:animLvl val="lvl"/>
          <dgm:resizeHandles val="exact"/>
        </dgm:presLayoutVars>
      </dgm:prSet>
      <dgm:spPr/>
    </dgm:pt>
    <dgm:pt modelId="{D24123B4-6457-4494-96C4-4F2FEB99E270}" type="pres">
      <dgm:prSet presAssocID="{EDA1D81A-C355-404C-9314-7875B6D530B1}" presName="composite" presStyleCnt="0"/>
      <dgm:spPr/>
    </dgm:pt>
    <dgm:pt modelId="{6394C59C-3AF6-42EB-8C3A-B840BBCB7207}" type="pres">
      <dgm:prSet presAssocID="{EDA1D81A-C355-404C-9314-7875B6D530B1}" presName="parentText" presStyleLbl="alignNode1" presStyleIdx="0" presStyleCnt="2">
        <dgm:presLayoutVars>
          <dgm:chMax val="1"/>
          <dgm:bulletEnabled val="1"/>
        </dgm:presLayoutVars>
      </dgm:prSet>
      <dgm:spPr/>
    </dgm:pt>
    <dgm:pt modelId="{711089BB-ECCA-4CA1-941C-63944CAE7DA9}" type="pres">
      <dgm:prSet presAssocID="{EDA1D81A-C355-404C-9314-7875B6D530B1}" presName="descendantText" presStyleLbl="alignAcc1" presStyleIdx="0" presStyleCnt="2">
        <dgm:presLayoutVars>
          <dgm:bulletEnabled val="1"/>
        </dgm:presLayoutVars>
      </dgm:prSet>
      <dgm:spPr/>
    </dgm:pt>
    <dgm:pt modelId="{88ED6699-4373-46B7-8C32-EFF2B5AF3AC6}" type="pres">
      <dgm:prSet presAssocID="{74180B77-33E8-4DFB-98B3-D3F87247F43D}" presName="sp" presStyleCnt="0"/>
      <dgm:spPr/>
    </dgm:pt>
    <dgm:pt modelId="{024E0B61-BD03-4DB1-AA84-0C803D777DED}" type="pres">
      <dgm:prSet presAssocID="{AAD6F782-2E94-4D04-A904-E32F0330624B}" presName="composite" presStyleCnt="0"/>
      <dgm:spPr/>
    </dgm:pt>
    <dgm:pt modelId="{7B599162-3B56-43F0-9994-50BC8244137D}" type="pres">
      <dgm:prSet presAssocID="{AAD6F782-2E94-4D04-A904-E32F0330624B}" presName="parentText" presStyleLbl="alignNode1" presStyleIdx="1" presStyleCnt="2">
        <dgm:presLayoutVars>
          <dgm:chMax val="1"/>
          <dgm:bulletEnabled val="1"/>
        </dgm:presLayoutVars>
      </dgm:prSet>
      <dgm:spPr/>
    </dgm:pt>
    <dgm:pt modelId="{B0499E21-9B5E-49F7-BA83-DC9B70817FA0}" type="pres">
      <dgm:prSet presAssocID="{AAD6F782-2E94-4D04-A904-E32F0330624B}" presName="descendantText" presStyleLbl="alignAcc1" presStyleIdx="1" presStyleCnt="2">
        <dgm:presLayoutVars>
          <dgm:bulletEnabled val="1"/>
        </dgm:presLayoutVars>
      </dgm:prSet>
      <dgm:spPr/>
    </dgm:pt>
  </dgm:ptLst>
  <dgm:cxnLst>
    <dgm:cxn modelId="{8EDC1203-D091-4B06-98C5-8275E6D3DD33}" type="presOf" srcId="{1242BFFC-B016-4E2D-816F-B3B1730F6F3C}" destId="{711089BB-ECCA-4CA1-941C-63944CAE7DA9}" srcOrd="0" destOrd="0" presId="urn:microsoft.com/office/officeart/2005/8/layout/chevron2"/>
    <dgm:cxn modelId="{1954FE32-41D1-45CD-A15F-41180911222E}" srcId="{EDA1D81A-C355-404C-9314-7875B6D530B1}" destId="{C80BE5A9-409D-42CC-9F06-2F312FAFFD52}" srcOrd="1" destOrd="0" parTransId="{53FC800D-C439-49F9-9789-9B29876D00DB}" sibTransId="{935F45E8-6746-461E-B7C1-C38D981753B8}"/>
    <dgm:cxn modelId="{1D62D634-B43F-42C3-81A1-300728022F3E}" srcId="{EDA1D81A-C355-404C-9314-7875B6D530B1}" destId="{1242BFFC-B016-4E2D-816F-B3B1730F6F3C}" srcOrd="0" destOrd="0" parTransId="{E846FCCC-F14A-489D-BDB4-2AD5FFAD2105}" sibTransId="{E43C51C1-BEEA-4D6F-BC57-F04C40407143}"/>
    <dgm:cxn modelId="{4DA6DD5E-C37E-444D-AE52-DC3D59A0B6C2}" srcId="{502582BD-E0D7-4E7A-B963-6E19DCEAFB24}" destId="{EDA1D81A-C355-404C-9314-7875B6D530B1}" srcOrd="0" destOrd="0" parTransId="{3AF32162-17EC-4D48-9DF8-56DD73A8909B}" sibTransId="{74180B77-33E8-4DFB-98B3-D3F87247F43D}"/>
    <dgm:cxn modelId="{21EED09A-61DB-4827-BF8A-830AB2A2F324}" srcId="{AAD6F782-2E94-4D04-A904-E32F0330624B}" destId="{EFBB9477-61AB-4CFA-9A22-B2BC3B56E9F5}" srcOrd="1" destOrd="0" parTransId="{646C2012-729B-4771-8CD4-C544BA39EAB7}" sibTransId="{90BD0D3D-06D9-4627-B4C4-E58AE7F0FDFF}"/>
    <dgm:cxn modelId="{E1F879AC-AC71-4BB8-8C14-25A7E556C4A8}" type="presOf" srcId="{72BC73EF-F08F-4A46-9B3D-3BD155E43A99}" destId="{B0499E21-9B5E-49F7-BA83-DC9B70817FA0}" srcOrd="0" destOrd="0" presId="urn:microsoft.com/office/officeart/2005/8/layout/chevron2"/>
    <dgm:cxn modelId="{D071E9B0-9CF1-4111-AE73-00E55F6E8109}" type="presOf" srcId="{502582BD-E0D7-4E7A-B963-6E19DCEAFB24}" destId="{08E093B7-7CEF-4201-A8A9-E299349C2D79}" srcOrd="0" destOrd="0" presId="urn:microsoft.com/office/officeart/2005/8/layout/chevron2"/>
    <dgm:cxn modelId="{EC53A4BB-EA34-473E-AAB8-282EA8FCCD30}" type="presOf" srcId="{C80BE5A9-409D-42CC-9F06-2F312FAFFD52}" destId="{711089BB-ECCA-4CA1-941C-63944CAE7DA9}" srcOrd="0" destOrd="1" presId="urn:microsoft.com/office/officeart/2005/8/layout/chevron2"/>
    <dgm:cxn modelId="{EE5FBCBC-5445-42A5-AF68-9E3D1AE40EBF}" type="presOf" srcId="{EFBB9477-61AB-4CFA-9A22-B2BC3B56E9F5}" destId="{B0499E21-9B5E-49F7-BA83-DC9B70817FA0}" srcOrd="0" destOrd="1" presId="urn:microsoft.com/office/officeart/2005/8/layout/chevron2"/>
    <dgm:cxn modelId="{7ACF99BD-165B-4040-A35C-7568D93851F1}" srcId="{AAD6F782-2E94-4D04-A904-E32F0330624B}" destId="{72BC73EF-F08F-4A46-9B3D-3BD155E43A99}" srcOrd="0" destOrd="0" parTransId="{AF97E5FB-2BA8-4E5C-B1E2-9379CCC24882}" sibTransId="{A144501D-24B3-48E5-8720-57473469EBEC}"/>
    <dgm:cxn modelId="{1EC44CD7-6B27-4D20-BD30-F69C807B37FE}" srcId="{502582BD-E0D7-4E7A-B963-6E19DCEAFB24}" destId="{AAD6F782-2E94-4D04-A904-E32F0330624B}" srcOrd="1" destOrd="0" parTransId="{3FC33339-0BCB-4822-8907-4CAD7DC59ED6}" sibTransId="{2B0DB8C8-CEEE-48E0-A488-B8791653DBB7}"/>
    <dgm:cxn modelId="{0A3672E5-F1D1-4E01-9C01-6F570B6024E8}" type="presOf" srcId="{EDA1D81A-C355-404C-9314-7875B6D530B1}" destId="{6394C59C-3AF6-42EB-8C3A-B840BBCB7207}" srcOrd="0" destOrd="0" presId="urn:microsoft.com/office/officeart/2005/8/layout/chevron2"/>
    <dgm:cxn modelId="{9FEDC6FE-DA44-446D-B533-A38DB3514255}" type="presOf" srcId="{AAD6F782-2E94-4D04-A904-E32F0330624B}" destId="{7B599162-3B56-43F0-9994-50BC8244137D}" srcOrd="0" destOrd="0" presId="urn:microsoft.com/office/officeart/2005/8/layout/chevron2"/>
    <dgm:cxn modelId="{9E5B68F3-BDA1-40D6-ACF8-2186FE94B314}" type="presParOf" srcId="{08E093B7-7CEF-4201-A8A9-E299349C2D79}" destId="{D24123B4-6457-4494-96C4-4F2FEB99E270}" srcOrd="0" destOrd="0" presId="urn:microsoft.com/office/officeart/2005/8/layout/chevron2"/>
    <dgm:cxn modelId="{0AECEC29-56E6-45B0-92EB-CCC48CB55363}" type="presParOf" srcId="{D24123B4-6457-4494-96C4-4F2FEB99E270}" destId="{6394C59C-3AF6-42EB-8C3A-B840BBCB7207}" srcOrd="0" destOrd="0" presId="urn:microsoft.com/office/officeart/2005/8/layout/chevron2"/>
    <dgm:cxn modelId="{F9515434-72B5-4079-9829-15F17F0DAE2A}" type="presParOf" srcId="{D24123B4-6457-4494-96C4-4F2FEB99E270}" destId="{711089BB-ECCA-4CA1-941C-63944CAE7DA9}" srcOrd="1" destOrd="0" presId="urn:microsoft.com/office/officeart/2005/8/layout/chevron2"/>
    <dgm:cxn modelId="{A4047412-45B2-463E-BA4F-B3C2D13400DE}" type="presParOf" srcId="{08E093B7-7CEF-4201-A8A9-E299349C2D79}" destId="{88ED6699-4373-46B7-8C32-EFF2B5AF3AC6}" srcOrd="1" destOrd="0" presId="urn:microsoft.com/office/officeart/2005/8/layout/chevron2"/>
    <dgm:cxn modelId="{2794562A-9B83-4E0B-BE9E-E6E3EF74CC28}" type="presParOf" srcId="{08E093B7-7CEF-4201-A8A9-E299349C2D79}" destId="{024E0B61-BD03-4DB1-AA84-0C803D777DED}" srcOrd="2" destOrd="0" presId="urn:microsoft.com/office/officeart/2005/8/layout/chevron2"/>
    <dgm:cxn modelId="{633764AB-7C02-46DE-8DD6-2639EECE2963}" type="presParOf" srcId="{024E0B61-BD03-4DB1-AA84-0C803D777DED}" destId="{7B599162-3B56-43F0-9994-50BC8244137D}" srcOrd="0" destOrd="0" presId="urn:microsoft.com/office/officeart/2005/8/layout/chevron2"/>
    <dgm:cxn modelId="{3DBFB2C3-BE49-48DA-91C0-D671EA6B6865}" type="presParOf" srcId="{024E0B61-BD03-4DB1-AA84-0C803D777DED}" destId="{B0499E21-9B5E-49F7-BA83-DC9B70817FA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291CDC-8579-41A9-B3D4-DE52D6724B54}">
      <dsp:nvSpPr>
        <dsp:cNvPr id="0" name=""/>
        <dsp:cNvSpPr/>
      </dsp:nvSpPr>
      <dsp:spPr>
        <a:xfrm>
          <a:off x="807521" y="0"/>
          <a:ext cx="9151915" cy="5462396"/>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D48C64-7C32-4116-99C3-351C503305A0}">
      <dsp:nvSpPr>
        <dsp:cNvPr id="0" name=""/>
        <dsp:cNvSpPr/>
      </dsp:nvSpPr>
      <dsp:spPr>
        <a:xfrm>
          <a:off x="11566" y="1638718"/>
          <a:ext cx="3465614" cy="2184958"/>
        </a:xfrm>
        <a:prstGeom prst="round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fr-CH" sz="3200" b="1" kern="1200"/>
            <a:t>Contexte et problématique</a:t>
          </a:r>
          <a:endParaRPr lang="en-US" sz="3200" kern="1200"/>
        </a:p>
      </dsp:txBody>
      <dsp:txXfrm>
        <a:off x="118227" y="1745379"/>
        <a:ext cx="3252292" cy="1971636"/>
      </dsp:txXfrm>
    </dsp:sp>
    <dsp:sp modelId="{0B75E527-153C-4B10-80CE-1F2057A88015}">
      <dsp:nvSpPr>
        <dsp:cNvPr id="0" name=""/>
        <dsp:cNvSpPr/>
      </dsp:nvSpPr>
      <dsp:spPr>
        <a:xfrm>
          <a:off x="3650672" y="1638718"/>
          <a:ext cx="3465614" cy="2184958"/>
        </a:xfrm>
        <a:prstGeom prst="roundRect">
          <a:avLst/>
        </a:prstGeom>
        <a:solidFill>
          <a:schemeClr val="accent2">
            <a:shade val="80000"/>
            <a:hueOff val="-17936"/>
            <a:satOff val="-2012"/>
            <a:lumOff val="1284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fr-CH" sz="3200" b="1" kern="1200"/>
            <a:t>Objectif(s)</a:t>
          </a:r>
          <a:endParaRPr lang="en-US" sz="3200" kern="1200"/>
        </a:p>
      </dsp:txBody>
      <dsp:txXfrm>
        <a:off x="3757333" y="1745379"/>
        <a:ext cx="3252292" cy="1971636"/>
      </dsp:txXfrm>
    </dsp:sp>
    <dsp:sp modelId="{90E5BCFA-3C8A-457F-B6B3-D041C36A25FB}">
      <dsp:nvSpPr>
        <dsp:cNvPr id="0" name=""/>
        <dsp:cNvSpPr/>
      </dsp:nvSpPr>
      <dsp:spPr>
        <a:xfrm>
          <a:off x="7289778" y="1638718"/>
          <a:ext cx="3465614" cy="2184958"/>
        </a:xfrm>
        <a:prstGeom prst="roundRect">
          <a:avLst/>
        </a:prstGeom>
        <a:solidFill>
          <a:schemeClr val="accent2">
            <a:shade val="80000"/>
            <a:hueOff val="-35872"/>
            <a:satOff val="-4024"/>
            <a:lumOff val="2568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defRPr cap="all"/>
          </a:pPr>
          <a:r>
            <a:rPr lang="fr-CH" sz="3200" b="1" kern="1200">
              <a:solidFill>
                <a:schemeClr val="bg1"/>
              </a:solidFill>
            </a:rPr>
            <a:t>Méthodes</a:t>
          </a:r>
          <a:endParaRPr lang="en-US" sz="3200" kern="1200">
            <a:solidFill>
              <a:schemeClr val="bg1"/>
            </a:solidFill>
          </a:endParaRPr>
        </a:p>
      </dsp:txBody>
      <dsp:txXfrm>
        <a:off x="7396439" y="1745379"/>
        <a:ext cx="3252292" cy="19716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DAF70E-ADA5-47F5-8EBF-DF48FC33069C}">
      <dsp:nvSpPr>
        <dsp:cNvPr id="0" name=""/>
        <dsp:cNvSpPr/>
      </dsp:nvSpPr>
      <dsp:spPr>
        <a:xfrm>
          <a:off x="9788" y="382546"/>
          <a:ext cx="2925617" cy="1755370"/>
        </a:xfrm>
        <a:prstGeom prst="roundRect">
          <a:avLst>
            <a:gd name="adj" fmla="val 10000"/>
          </a:avLst>
        </a:prstGeom>
        <a:gradFill rotWithShape="0">
          <a:gsLst>
            <a:gs pos="0">
              <a:schemeClr val="accent2">
                <a:shade val="80000"/>
                <a:hueOff val="0"/>
                <a:satOff val="0"/>
                <a:lumOff val="0"/>
                <a:alphaOff val="0"/>
                <a:shade val="51000"/>
                <a:satMod val="130000"/>
              </a:schemeClr>
            </a:gs>
            <a:gs pos="80000">
              <a:schemeClr val="accent2">
                <a:shade val="80000"/>
                <a:hueOff val="0"/>
                <a:satOff val="0"/>
                <a:lumOff val="0"/>
                <a:alphaOff val="0"/>
                <a:shade val="93000"/>
                <a:satMod val="130000"/>
              </a:schemeClr>
            </a:gs>
            <a:gs pos="100000">
              <a:schemeClr val="accent2">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CH" sz="2100" b="1" kern="1200">
              <a:latin typeface="Open Sans"/>
              <a:ea typeface="Open Sans"/>
              <a:cs typeface="Open Sans"/>
            </a:rPr>
            <a:t>Récolter</a:t>
          </a:r>
          <a:endParaRPr lang="en-US" sz="2100" kern="1200"/>
        </a:p>
      </dsp:txBody>
      <dsp:txXfrm>
        <a:off x="61201" y="433959"/>
        <a:ext cx="2822791" cy="1652544"/>
      </dsp:txXfrm>
    </dsp:sp>
    <dsp:sp modelId="{7395251C-159A-4415-B2A0-974F8195149A}">
      <dsp:nvSpPr>
        <dsp:cNvPr id="0" name=""/>
        <dsp:cNvSpPr/>
      </dsp:nvSpPr>
      <dsp:spPr>
        <a:xfrm>
          <a:off x="3227967" y="897454"/>
          <a:ext cx="620230" cy="725553"/>
        </a:xfrm>
        <a:prstGeom prst="rightArrow">
          <a:avLst>
            <a:gd name="adj1" fmla="val 60000"/>
            <a:gd name="adj2" fmla="val 50000"/>
          </a:avLst>
        </a:prstGeom>
        <a:gradFill rotWithShape="0">
          <a:gsLst>
            <a:gs pos="0">
              <a:schemeClr val="accent2">
                <a:shade val="90000"/>
                <a:hueOff val="0"/>
                <a:satOff val="0"/>
                <a:lumOff val="0"/>
                <a:alphaOff val="0"/>
                <a:shade val="51000"/>
                <a:satMod val="130000"/>
              </a:schemeClr>
            </a:gs>
            <a:gs pos="80000">
              <a:schemeClr val="accent2">
                <a:shade val="90000"/>
                <a:hueOff val="0"/>
                <a:satOff val="0"/>
                <a:lumOff val="0"/>
                <a:alphaOff val="0"/>
                <a:shade val="93000"/>
                <a:satMod val="130000"/>
              </a:schemeClr>
            </a:gs>
            <a:gs pos="100000">
              <a:schemeClr val="accent2">
                <a:shade val="9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227967" y="1042565"/>
        <a:ext cx="434161" cy="435331"/>
      </dsp:txXfrm>
    </dsp:sp>
    <dsp:sp modelId="{4D3FE9FB-A689-4114-B530-93E4AE8D3A45}">
      <dsp:nvSpPr>
        <dsp:cNvPr id="0" name=""/>
        <dsp:cNvSpPr/>
      </dsp:nvSpPr>
      <dsp:spPr>
        <a:xfrm>
          <a:off x="4105652" y="382546"/>
          <a:ext cx="2925617" cy="1755370"/>
        </a:xfrm>
        <a:prstGeom prst="roundRect">
          <a:avLst>
            <a:gd name="adj" fmla="val 10000"/>
          </a:avLst>
        </a:prstGeom>
        <a:gradFill rotWithShape="0">
          <a:gsLst>
            <a:gs pos="0">
              <a:schemeClr val="accent2">
                <a:shade val="80000"/>
                <a:hueOff val="-17936"/>
                <a:satOff val="-2012"/>
                <a:lumOff val="12840"/>
                <a:alphaOff val="0"/>
                <a:shade val="51000"/>
                <a:satMod val="130000"/>
              </a:schemeClr>
            </a:gs>
            <a:gs pos="80000">
              <a:schemeClr val="accent2">
                <a:shade val="80000"/>
                <a:hueOff val="-17936"/>
                <a:satOff val="-2012"/>
                <a:lumOff val="12840"/>
                <a:alphaOff val="0"/>
                <a:shade val="93000"/>
                <a:satMod val="130000"/>
              </a:schemeClr>
            </a:gs>
            <a:gs pos="100000">
              <a:schemeClr val="accent2">
                <a:shade val="80000"/>
                <a:hueOff val="-17936"/>
                <a:satOff val="-2012"/>
                <a:lumOff val="1284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fr-CH" sz="2100" b="1" kern="1200">
              <a:latin typeface="Open Sans"/>
              <a:ea typeface="Open Sans"/>
              <a:cs typeface="Open Sans"/>
            </a:rPr>
            <a:t>Filtrer </a:t>
          </a:r>
          <a:endParaRPr lang="en-US" sz="2100" kern="1200"/>
        </a:p>
      </dsp:txBody>
      <dsp:txXfrm>
        <a:off x="4157065" y="433959"/>
        <a:ext cx="2822791" cy="1652544"/>
      </dsp:txXfrm>
    </dsp:sp>
    <dsp:sp modelId="{CB485982-1840-45BC-9580-2FA0D1AFE6C3}">
      <dsp:nvSpPr>
        <dsp:cNvPr id="0" name=""/>
        <dsp:cNvSpPr/>
      </dsp:nvSpPr>
      <dsp:spPr>
        <a:xfrm>
          <a:off x="7323831" y="897454"/>
          <a:ext cx="620230" cy="725553"/>
        </a:xfrm>
        <a:prstGeom prst="rightArrow">
          <a:avLst>
            <a:gd name="adj1" fmla="val 60000"/>
            <a:gd name="adj2" fmla="val 50000"/>
          </a:avLst>
        </a:prstGeom>
        <a:gradFill rotWithShape="0">
          <a:gsLst>
            <a:gs pos="0">
              <a:schemeClr val="accent2">
                <a:shade val="90000"/>
                <a:hueOff val="-35851"/>
                <a:satOff val="-4207"/>
                <a:lumOff val="23011"/>
                <a:alphaOff val="0"/>
                <a:shade val="51000"/>
                <a:satMod val="130000"/>
              </a:schemeClr>
            </a:gs>
            <a:gs pos="80000">
              <a:schemeClr val="accent2">
                <a:shade val="90000"/>
                <a:hueOff val="-35851"/>
                <a:satOff val="-4207"/>
                <a:lumOff val="23011"/>
                <a:alphaOff val="0"/>
                <a:shade val="93000"/>
                <a:satMod val="130000"/>
              </a:schemeClr>
            </a:gs>
            <a:gs pos="100000">
              <a:schemeClr val="accent2">
                <a:shade val="90000"/>
                <a:hueOff val="-35851"/>
                <a:satOff val="-4207"/>
                <a:lumOff val="23011"/>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7323831" y="1042565"/>
        <a:ext cx="434161" cy="435331"/>
      </dsp:txXfrm>
    </dsp:sp>
    <dsp:sp modelId="{C535A901-4322-43E7-A255-706A92FD8D69}">
      <dsp:nvSpPr>
        <dsp:cNvPr id="0" name=""/>
        <dsp:cNvSpPr/>
      </dsp:nvSpPr>
      <dsp:spPr>
        <a:xfrm>
          <a:off x="8201516" y="382546"/>
          <a:ext cx="2925617" cy="1755370"/>
        </a:xfrm>
        <a:prstGeom prst="roundRect">
          <a:avLst>
            <a:gd name="adj" fmla="val 10000"/>
          </a:avLst>
        </a:prstGeom>
        <a:gradFill rotWithShape="0">
          <a:gsLst>
            <a:gs pos="0">
              <a:schemeClr val="accent2">
                <a:shade val="80000"/>
                <a:hueOff val="-35872"/>
                <a:satOff val="-4024"/>
                <a:lumOff val="25680"/>
                <a:alphaOff val="0"/>
                <a:shade val="51000"/>
                <a:satMod val="130000"/>
              </a:schemeClr>
            </a:gs>
            <a:gs pos="80000">
              <a:schemeClr val="accent2">
                <a:shade val="80000"/>
                <a:hueOff val="-35872"/>
                <a:satOff val="-4024"/>
                <a:lumOff val="25680"/>
                <a:alphaOff val="0"/>
                <a:shade val="93000"/>
                <a:satMod val="130000"/>
              </a:schemeClr>
            </a:gs>
            <a:gs pos="100000">
              <a:schemeClr val="accent2">
                <a:shade val="80000"/>
                <a:hueOff val="-35872"/>
                <a:satOff val="-4024"/>
                <a:lumOff val="2568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fr-CH" sz="2100" b="1" kern="1200">
              <a:latin typeface="Open Sans"/>
              <a:ea typeface="Open Sans"/>
              <a:cs typeface="Open Sans"/>
            </a:rPr>
            <a:t>Comparer/Analyser</a:t>
          </a:r>
          <a:endParaRPr lang="en-US" sz="2100" kern="1200">
            <a:latin typeface="Open Sans"/>
            <a:ea typeface="Open Sans"/>
            <a:cs typeface="Open Sans"/>
          </a:endParaRPr>
        </a:p>
      </dsp:txBody>
      <dsp:txXfrm>
        <a:off x="8252929" y="433959"/>
        <a:ext cx="2822791" cy="16525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4C59C-3AF6-42EB-8C3A-B840BBCB7207}">
      <dsp:nvSpPr>
        <dsp:cNvPr id="0" name=""/>
        <dsp:cNvSpPr/>
      </dsp:nvSpPr>
      <dsp:spPr>
        <a:xfrm rot="5400000">
          <a:off x="-365414" y="368365"/>
          <a:ext cx="2436093" cy="1705265"/>
        </a:xfrm>
        <a:prstGeom prst="chevron">
          <a:avLst/>
        </a:prstGeom>
        <a:solidFill>
          <a:schemeClr val="accent2">
            <a:shade val="80000"/>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rtl="0">
            <a:lnSpc>
              <a:spcPct val="90000"/>
            </a:lnSpc>
            <a:spcBef>
              <a:spcPct val="0"/>
            </a:spcBef>
            <a:spcAft>
              <a:spcPct val="35000"/>
            </a:spcAft>
            <a:buNone/>
          </a:pPr>
          <a:r>
            <a:rPr lang="en-US" sz="2500" kern="1200">
              <a:latin typeface="Calibri"/>
            </a:rPr>
            <a:t>Maroua &amp; Vadym</a:t>
          </a:r>
          <a:endParaRPr lang="en-US" sz="2500" kern="1200"/>
        </a:p>
      </dsp:txBody>
      <dsp:txXfrm rot="-5400000">
        <a:off x="1" y="855584"/>
        <a:ext cx="1705265" cy="730828"/>
      </dsp:txXfrm>
    </dsp:sp>
    <dsp:sp modelId="{711089BB-ECCA-4CA1-941C-63944CAE7DA9}">
      <dsp:nvSpPr>
        <dsp:cNvPr id="0" name=""/>
        <dsp:cNvSpPr/>
      </dsp:nvSpPr>
      <dsp:spPr>
        <a:xfrm rot="5400000">
          <a:off x="2957420" y="-1249203"/>
          <a:ext cx="1583460" cy="4087770"/>
        </a:xfrm>
        <a:prstGeom prst="round2SameRect">
          <a:avLst/>
        </a:prstGeom>
        <a:solidFill>
          <a:schemeClr val="lt1">
            <a:alpha val="90000"/>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rtl="0">
            <a:lnSpc>
              <a:spcPct val="90000"/>
            </a:lnSpc>
            <a:spcBef>
              <a:spcPct val="0"/>
            </a:spcBef>
            <a:spcAft>
              <a:spcPct val="15000"/>
            </a:spcAft>
            <a:buChar char="•"/>
          </a:pPr>
          <a:r>
            <a:rPr lang="fr-CH" sz="2100" b="1" kern="1200">
              <a:latin typeface="Open Sans"/>
              <a:ea typeface="Open Sans"/>
              <a:cs typeface="Open Sans"/>
            </a:rPr>
            <a:t>Nettoyage des données</a:t>
          </a:r>
          <a:endParaRPr lang="en-US" sz="2100" kern="1200"/>
        </a:p>
        <a:p>
          <a:pPr marL="228600" lvl="1" indent="-228600" algn="l" defTabSz="933450" rtl="0">
            <a:lnSpc>
              <a:spcPct val="90000"/>
            </a:lnSpc>
            <a:spcBef>
              <a:spcPct val="0"/>
            </a:spcBef>
            <a:spcAft>
              <a:spcPct val="15000"/>
            </a:spcAft>
            <a:buChar char="•"/>
          </a:pPr>
          <a:r>
            <a:rPr lang="fr-CH" sz="2100" b="1" kern="1200">
              <a:latin typeface="Open Sans"/>
              <a:ea typeface="Open Sans"/>
              <a:cs typeface="Open Sans"/>
            </a:rPr>
            <a:t>Comparaison et recherche de corrélation entre les données</a:t>
          </a:r>
          <a:endParaRPr lang="en-US" sz="2100" kern="1200"/>
        </a:p>
      </dsp:txBody>
      <dsp:txXfrm rot="-5400000">
        <a:off x="1705265" y="80250"/>
        <a:ext cx="4010472" cy="1428864"/>
      </dsp:txXfrm>
    </dsp:sp>
    <dsp:sp modelId="{7B599162-3B56-43F0-9994-50BC8244137D}">
      <dsp:nvSpPr>
        <dsp:cNvPr id="0" name=""/>
        <dsp:cNvSpPr/>
      </dsp:nvSpPr>
      <dsp:spPr>
        <a:xfrm rot="5400000">
          <a:off x="-365414" y="2520402"/>
          <a:ext cx="2436093" cy="1705265"/>
        </a:xfrm>
        <a:prstGeom prst="chevron">
          <a:avLst/>
        </a:prstGeom>
        <a:solidFill>
          <a:schemeClr val="accent2">
            <a:shade val="80000"/>
            <a:hueOff val="-35872"/>
            <a:satOff val="-4024"/>
            <a:lumOff val="25680"/>
            <a:alphaOff val="0"/>
          </a:schemeClr>
        </a:solidFill>
        <a:ln w="25400" cap="flat" cmpd="sng" algn="ctr">
          <a:solidFill>
            <a:schemeClr val="accent2">
              <a:shade val="80000"/>
              <a:hueOff val="-35872"/>
              <a:satOff val="-4024"/>
              <a:lumOff val="2568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a:latin typeface="Calibri"/>
            </a:rPr>
            <a:t>Lucas</a:t>
          </a:r>
          <a:endParaRPr lang="en-US" sz="2500" kern="1200"/>
        </a:p>
      </dsp:txBody>
      <dsp:txXfrm rot="-5400000">
        <a:off x="1" y="3007621"/>
        <a:ext cx="1705265" cy="730828"/>
      </dsp:txXfrm>
    </dsp:sp>
    <dsp:sp modelId="{B0499E21-9B5E-49F7-BA83-DC9B70817FA0}">
      <dsp:nvSpPr>
        <dsp:cNvPr id="0" name=""/>
        <dsp:cNvSpPr/>
      </dsp:nvSpPr>
      <dsp:spPr>
        <a:xfrm rot="5400000">
          <a:off x="2957420" y="902833"/>
          <a:ext cx="1583460" cy="4087770"/>
        </a:xfrm>
        <a:prstGeom prst="round2SameRect">
          <a:avLst/>
        </a:prstGeom>
        <a:solidFill>
          <a:schemeClr val="lt1">
            <a:alpha val="90000"/>
            <a:hueOff val="0"/>
            <a:satOff val="0"/>
            <a:lumOff val="0"/>
            <a:alphaOff val="0"/>
          </a:schemeClr>
        </a:solidFill>
        <a:ln w="25400" cap="flat" cmpd="sng" algn="ctr">
          <a:solidFill>
            <a:schemeClr val="accent2">
              <a:shade val="80000"/>
              <a:hueOff val="-35872"/>
              <a:satOff val="-4024"/>
              <a:lumOff val="2568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rtl="0">
            <a:lnSpc>
              <a:spcPct val="90000"/>
            </a:lnSpc>
            <a:spcBef>
              <a:spcPct val="0"/>
            </a:spcBef>
            <a:spcAft>
              <a:spcPct val="15000"/>
            </a:spcAft>
            <a:buChar char="•"/>
          </a:pPr>
          <a:r>
            <a:rPr lang="fr-CH" sz="2100" b="1" kern="1200">
              <a:latin typeface="Open Sans"/>
              <a:ea typeface="Open Sans"/>
              <a:cs typeface="Open Sans"/>
            </a:rPr>
            <a:t>Statistiques</a:t>
          </a:r>
          <a:endParaRPr lang="en-US" sz="2100" kern="1200">
            <a:latin typeface="Open Sans"/>
            <a:ea typeface="Open Sans"/>
            <a:cs typeface="Open Sans"/>
          </a:endParaRPr>
        </a:p>
        <a:p>
          <a:pPr marL="228600" lvl="1" indent="-228600" algn="l" defTabSz="933450" rtl="0">
            <a:lnSpc>
              <a:spcPct val="90000"/>
            </a:lnSpc>
            <a:spcBef>
              <a:spcPct val="0"/>
            </a:spcBef>
            <a:spcAft>
              <a:spcPct val="15000"/>
            </a:spcAft>
            <a:buChar char="•"/>
          </a:pPr>
          <a:r>
            <a:rPr lang="fr-CH" sz="2100" b="1" kern="1200">
              <a:latin typeface="Open Sans"/>
              <a:ea typeface="Open Sans"/>
              <a:cs typeface="Open Sans"/>
            </a:rPr>
            <a:t>Préparation Oral</a:t>
          </a:r>
          <a:endParaRPr lang="en-US" sz="2100" kern="1200">
            <a:latin typeface="Calibri"/>
          </a:endParaRPr>
        </a:p>
      </dsp:txBody>
      <dsp:txXfrm rot="-5400000">
        <a:off x="1705265" y="2232286"/>
        <a:ext cx="4010472" cy="142886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0"/>
            <a:ext cx="3076363" cy="511731"/>
          </a:xfrm>
          <a:prstGeom prst="rect">
            <a:avLst/>
          </a:prstGeom>
        </p:spPr>
        <p:txBody>
          <a:bodyPr vert="horz" lIns="94749" tIns="47373" rIns="94749" bIns="47373" rtlCol="0"/>
          <a:lstStyle>
            <a:lvl1pPr algn="l">
              <a:defRPr sz="1200"/>
            </a:lvl1pPr>
          </a:lstStyle>
          <a:p>
            <a:endParaRPr lang="fr-CH"/>
          </a:p>
        </p:txBody>
      </p:sp>
      <p:sp>
        <p:nvSpPr>
          <p:cNvPr id="3" name="Espace réservé de la date 2"/>
          <p:cNvSpPr>
            <a:spLocks noGrp="1"/>
          </p:cNvSpPr>
          <p:nvPr>
            <p:ph type="dt" sz="quarter" idx="1"/>
          </p:nvPr>
        </p:nvSpPr>
        <p:spPr>
          <a:xfrm>
            <a:off x="4021296" y="0"/>
            <a:ext cx="3076363" cy="511731"/>
          </a:xfrm>
          <a:prstGeom prst="rect">
            <a:avLst/>
          </a:prstGeom>
        </p:spPr>
        <p:txBody>
          <a:bodyPr vert="horz" lIns="94749" tIns="47373" rIns="94749" bIns="47373" rtlCol="0"/>
          <a:lstStyle>
            <a:lvl1pPr algn="r">
              <a:defRPr sz="1200"/>
            </a:lvl1pPr>
          </a:lstStyle>
          <a:p>
            <a:fld id="{A9A38115-2533-4DD5-A77A-754771AFE5B4}" type="datetimeFigureOut">
              <a:rPr lang="fr-FR" smtClean="0"/>
              <a:pPr/>
              <a:t>15/01/2026</a:t>
            </a:fld>
            <a:endParaRPr lang="fr-CH"/>
          </a:p>
        </p:txBody>
      </p:sp>
      <p:sp>
        <p:nvSpPr>
          <p:cNvPr id="4" name="Espace réservé du pied de page 3"/>
          <p:cNvSpPr>
            <a:spLocks noGrp="1"/>
          </p:cNvSpPr>
          <p:nvPr>
            <p:ph type="ftr" sz="quarter" idx="2"/>
          </p:nvPr>
        </p:nvSpPr>
        <p:spPr>
          <a:xfrm>
            <a:off x="2" y="9721107"/>
            <a:ext cx="3076363" cy="511731"/>
          </a:xfrm>
          <a:prstGeom prst="rect">
            <a:avLst/>
          </a:prstGeom>
        </p:spPr>
        <p:txBody>
          <a:bodyPr vert="horz" lIns="94749" tIns="47373" rIns="94749" bIns="47373" rtlCol="0" anchor="b"/>
          <a:lstStyle>
            <a:lvl1pPr algn="l">
              <a:defRPr sz="1200"/>
            </a:lvl1pPr>
          </a:lstStyle>
          <a:p>
            <a:endParaRPr lang="fr-CH"/>
          </a:p>
        </p:txBody>
      </p:sp>
      <p:sp>
        <p:nvSpPr>
          <p:cNvPr id="5" name="Espace réservé du numéro de diapositive 4"/>
          <p:cNvSpPr>
            <a:spLocks noGrp="1"/>
          </p:cNvSpPr>
          <p:nvPr>
            <p:ph type="sldNum" sz="quarter" idx="3"/>
          </p:nvPr>
        </p:nvSpPr>
        <p:spPr>
          <a:xfrm>
            <a:off x="4021296" y="9721107"/>
            <a:ext cx="3076363" cy="511731"/>
          </a:xfrm>
          <a:prstGeom prst="rect">
            <a:avLst/>
          </a:prstGeom>
        </p:spPr>
        <p:txBody>
          <a:bodyPr vert="horz" lIns="94749" tIns="47373" rIns="94749" bIns="47373" rtlCol="0" anchor="b"/>
          <a:lstStyle>
            <a:lvl1pPr algn="r">
              <a:defRPr sz="1200"/>
            </a:lvl1pPr>
          </a:lstStyle>
          <a:p>
            <a:fld id="{B8D95ED4-4302-4B9F-9D23-41135BD21B7E}" type="slidenum">
              <a:rPr lang="fr-CH" smtClean="0"/>
              <a:pPr/>
              <a:t>‹#›</a:t>
            </a:fld>
            <a:endParaRPr lang="fr-CH"/>
          </a:p>
        </p:txBody>
      </p:sp>
    </p:spTree>
    <p:extLst>
      <p:ext uri="{BB962C8B-B14F-4D97-AF65-F5344CB8AC3E}">
        <p14:creationId xmlns:p14="http://schemas.microsoft.com/office/powerpoint/2010/main" val="1606180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0"/>
            <a:ext cx="3076363" cy="511731"/>
          </a:xfrm>
          <a:prstGeom prst="rect">
            <a:avLst/>
          </a:prstGeom>
        </p:spPr>
        <p:txBody>
          <a:bodyPr vert="horz" lIns="94749" tIns="47373" rIns="94749" bIns="47373" rtlCol="0"/>
          <a:lstStyle>
            <a:lvl1pPr algn="l">
              <a:defRPr sz="1200"/>
            </a:lvl1pPr>
          </a:lstStyle>
          <a:p>
            <a:endParaRPr lang="fr-CH"/>
          </a:p>
        </p:txBody>
      </p:sp>
      <p:sp>
        <p:nvSpPr>
          <p:cNvPr id="3" name="Espace réservé de la date 2"/>
          <p:cNvSpPr>
            <a:spLocks noGrp="1"/>
          </p:cNvSpPr>
          <p:nvPr>
            <p:ph type="dt" idx="1"/>
          </p:nvPr>
        </p:nvSpPr>
        <p:spPr>
          <a:xfrm>
            <a:off x="4021296" y="0"/>
            <a:ext cx="3076363" cy="511731"/>
          </a:xfrm>
          <a:prstGeom prst="rect">
            <a:avLst/>
          </a:prstGeom>
        </p:spPr>
        <p:txBody>
          <a:bodyPr vert="horz" lIns="94749" tIns="47373" rIns="94749" bIns="47373" rtlCol="0"/>
          <a:lstStyle>
            <a:lvl1pPr algn="r">
              <a:defRPr sz="1200"/>
            </a:lvl1pPr>
          </a:lstStyle>
          <a:p>
            <a:fld id="{935D434A-8A59-4F13-9A59-26B08A6D282A}" type="datetimeFigureOut">
              <a:rPr lang="fr-FR" smtClean="0"/>
              <a:pPr/>
              <a:t>15/01/2026</a:t>
            </a:fld>
            <a:endParaRPr lang="fr-CH"/>
          </a:p>
        </p:txBody>
      </p:sp>
      <p:sp>
        <p:nvSpPr>
          <p:cNvPr id="4" name="Espace réservé de l'image des diapositives 3"/>
          <p:cNvSpPr>
            <a:spLocks noGrp="1" noRot="1" noChangeAspect="1"/>
          </p:cNvSpPr>
          <p:nvPr>
            <p:ph type="sldImg" idx="2"/>
          </p:nvPr>
        </p:nvSpPr>
        <p:spPr>
          <a:xfrm>
            <a:off x="138113" y="766763"/>
            <a:ext cx="6823075" cy="3838575"/>
          </a:xfrm>
          <a:prstGeom prst="rect">
            <a:avLst/>
          </a:prstGeom>
          <a:noFill/>
          <a:ln w="12700">
            <a:solidFill>
              <a:prstClr val="black"/>
            </a:solidFill>
          </a:ln>
        </p:spPr>
        <p:txBody>
          <a:bodyPr vert="horz" lIns="94749" tIns="47373" rIns="94749" bIns="47373" rtlCol="0" anchor="ctr"/>
          <a:lstStyle/>
          <a:p>
            <a:endParaRPr lang="fr-CH"/>
          </a:p>
        </p:txBody>
      </p:sp>
      <p:sp>
        <p:nvSpPr>
          <p:cNvPr id="5" name="Espace réservé des commentaires 4"/>
          <p:cNvSpPr>
            <a:spLocks noGrp="1"/>
          </p:cNvSpPr>
          <p:nvPr>
            <p:ph type="body" sz="quarter" idx="3"/>
          </p:nvPr>
        </p:nvSpPr>
        <p:spPr>
          <a:xfrm>
            <a:off x="709931" y="4861441"/>
            <a:ext cx="5679440" cy="4605577"/>
          </a:xfrm>
          <a:prstGeom prst="rect">
            <a:avLst/>
          </a:prstGeom>
        </p:spPr>
        <p:txBody>
          <a:bodyPr vert="horz" lIns="94749" tIns="47373" rIns="94749" bIns="47373"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6" name="Espace réservé du pied de page 5"/>
          <p:cNvSpPr>
            <a:spLocks noGrp="1"/>
          </p:cNvSpPr>
          <p:nvPr>
            <p:ph type="ftr" sz="quarter" idx="4"/>
          </p:nvPr>
        </p:nvSpPr>
        <p:spPr>
          <a:xfrm>
            <a:off x="2" y="9721107"/>
            <a:ext cx="3076363" cy="511731"/>
          </a:xfrm>
          <a:prstGeom prst="rect">
            <a:avLst/>
          </a:prstGeom>
        </p:spPr>
        <p:txBody>
          <a:bodyPr vert="horz" lIns="94749" tIns="47373" rIns="94749" bIns="47373" rtlCol="0" anchor="b"/>
          <a:lstStyle>
            <a:lvl1pPr algn="l">
              <a:defRPr sz="1200"/>
            </a:lvl1pPr>
          </a:lstStyle>
          <a:p>
            <a:endParaRPr lang="fr-CH"/>
          </a:p>
        </p:txBody>
      </p:sp>
      <p:sp>
        <p:nvSpPr>
          <p:cNvPr id="7" name="Espace réservé du numéro de diapositive 6"/>
          <p:cNvSpPr>
            <a:spLocks noGrp="1"/>
          </p:cNvSpPr>
          <p:nvPr>
            <p:ph type="sldNum" sz="quarter" idx="5"/>
          </p:nvPr>
        </p:nvSpPr>
        <p:spPr>
          <a:xfrm>
            <a:off x="4021296" y="9721107"/>
            <a:ext cx="3076363" cy="511731"/>
          </a:xfrm>
          <a:prstGeom prst="rect">
            <a:avLst/>
          </a:prstGeom>
        </p:spPr>
        <p:txBody>
          <a:bodyPr vert="horz" lIns="94749" tIns="47373" rIns="94749" bIns="47373" rtlCol="0" anchor="b"/>
          <a:lstStyle>
            <a:lvl1pPr algn="r">
              <a:defRPr sz="1200"/>
            </a:lvl1pPr>
          </a:lstStyle>
          <a:p>
            <a:fld id="{9E3519E5-025F-4B1C-8C8E-E5E4EA4A6412}" type="slidenum">
              <a:rPr lang="fr-CH" smtClean="0"/>
              <a:pPr/>
              <a:t>‹#›</a:t>
            </a:fld>
            <a:endParaRPr lang="fr-CH"/>
          </a:p>
        </p:txBody>
      </p:sp>
    </p:spTree>
    <p:extLst>
      <p:ext uri="{BB962C8B-B14F-4D97-AF65-F5344CB8AC3E}">
        <p14:creationId xmlns:p14="http://schemas.microsoft.com/office/powerpoint/2010/main" val="3394990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57200" y="719138"/>
            <a:ext cx="6400800" cy="3602037"/>
          </a:xfrm>
        </p:spPr>
      </p:sp>
      <p:sp>
        <p:nvSpPr>
          <p:cNvPr id="3" name="Espace réservé des commentaires 2"/>
          <p:cNvSpPr>
            <a:spLocks noGrp="1"/>
          </p:cNvSpPr>
          <p:nvPr>
            <p:ph type="body" idx="1"/>
          </p:nvPr>
        </p:nvSpPr>
        <p:spPr/>
        <p:txBody>
          <a:bodyPr/>
          <a:lstStyle/>
          <a:p>
            <a:pPr marL="0" indent="0">
              <a:buFontTx/>
              <a:buNone/>
            </a:pPr>
            <a:endParaRPr lang="fr-CH" sz="800"/>
          </a:p>
        </p:txBody>
      </p:sp>
      <p:sp>
        <p:nvSpPr>
          <p:cNvPr id="4" name="Espace réservé du numéro de diapositive 3"/>
          <p:cNvSpPr>
            <a:spLocks noGrp="1"/>
          </p:cNvSpPr>
          <p:nvPr>
            <p:ph type="sldNum" sz="quarter" idx="10"/>
          </p:nvPr>
        </p:nvSpPr>
        <p:spPr/>
        <p:txBody>
          <a:bodyPr/>
          <a:lstStyle/>
          <a:p>
            <a:fld id="{9E3519E5-025F-4B1C-8C8E-E5E4EA4A6412}" type="slidenum">
              <a:rPr lang="fr-CH" smtClean="0"/>
              <a:pPr/>
              <a:t>1</a:t>
            </a:fld>
            <a:endParaRPr lang="fr-CH"/>
          </a:p>
        </p:txBody>
      </p:sp>
    </p:spTree>
    <p:extLst>
      <p:ext uri="{BB962C8B-B14F-4D97-AF65-F5344CB8AC3E}">
        <p14:creationId xmlns:p14="http://schemas.microsoft.com/office/powerpoint/2010/main" val="4002587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E70B3-5C3A-E372-BFC0-C3901FECCC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B3A9B30-9C0D-D3C1-3C88-BCCD6EB8D297}"/>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012C252D-E5B4-8901-8A42-D7C966A19CDB}"/>
              </a:ext>
            </a:extLst>
          </p:cNvPr>
          <p:cNvSpPr>
            <a:spLocks noGrp="1"/>
          </p:cNvSpPr>
          <p:nvPr>
            <p:ph type="body" idx="1"/>
          </p:nvPr>
        </p:nvSpPr>
        <p:spPr/>
        <p:txBody>
          <a:bodyPr/>
          <a:lstStyle/>
          <a:p>
            <a:r>
              <a:rPr lang="fr-CH">
                <a:ea typeface="Calibri"/>
                <a:cs typeface="Calibri"/>
              </a:rPr>
              <a:t>Contexte et Problématique : évolution / santé publique suisse / cause décès/ consommation médicaments</a:t>
            </a:r>
          </a:p>
          <a:p>
            <a:r>
              <a:rPr lang="fr-CH">
                <a:ea typeface="Calibri"/>
                <a:cs typeface="Calibri"/>
              </a:rPr>
              <a:t>Objectif : Analyser les causes de </a:t>
            </a:r>
            <a:r>
              <a:rPr lang="fr-CH" err="1">
                <a:ea typeface="Calibri"/>
                <a:cs typeface="Calibri"/>
              </a:rPr>
              <a:t>déces</a:t>
            </a:r>
            <a:r>
              <a:rPr lang="fr-CH">
                <a:ea typeface="Calibri"/>
                <a:cs typeface="Calibri"/>
              </a:rPr>
              <a:t> / étudier </a:t>
            </a:r>
            <a:r>
              <a:rPr lang="fr-CH" err="1">
                <a:ea typeface="Calibri"/>
                <a:cs typeface="Calibri"/>
              </a:rPr>
              <a:t>evolution</a:t>
            </a:r>
            <a:r>
              <a:rPr lang="fr-CH">
                <a:ea typeface="Calibri"/>
                <a:cs typeface="Calibri"/>
              </a:rPr>
              <a:t> répartition </a:t>
            </a:r>
            <a:r>
              <a:rPr lang="fr-CH" err="1">
                <a:ea typeface="Calibri"/>
                <a:cs typeface="Calibri"/>
              </a:rPr>
              <a:t>medic</a:t>
            </a:r>
            <a:r>
              <a:rPr lang="fr-CH">
                <a:ea typeface="Calibri"/>
                <a:cs typeface="Calibri"/>
              </a:rPr>
              <a:t>.</a:t>
            </a:r>
          </a:p>
          <a:p>
            <a:r>
              <a:rPr lang="fr-CH">
                <a:ea typeface="Calibri"/>
                <a:cs typeface="Calibri"/>
              </a:rPr>
              <a:t>Méthode: Trouver / Filtrer / Analyser</a:t>
            </a:r>
          </a:p>
        </p:txBody>
      </p:sp>
      <p:sp>
        <p:nvSpPr>
          <p:cNvPr id="4" name="Espace réservé du numéro de diapositive 3">
            <a:extLst>
              <a:ext uri="{FF2B5EF4-FFF2-40B4-BE49-F238E27FC236}">
                <a16:creationId xmlns:a16="http://schemas.microsoft.com/office/drawing/2014/main" id="{E41AE91E-75A0-FD79-3004-CEA94469AB2A}"/>
              </a:ext>
            </a:extLst>
          </p:cNvPr>
          <p:cNvSpPr>
            <a:spLocks noGrp="1"/>
          </p:cNvSpPr>
          <p:nvPr>
            <p:ph type="sldNum" sz="quarter" idx="5"/>
          </p:nvPr>
        </p:nvSpPr>
        <p:spPr/>
        <p:txBody>
          <a:bodyPr/>
          <a:lstStyle/>
          <a:p>
            <a:fld id="{9E3519E5-025F-4B1C-8C8E-E5E4EA4A6412}" type="slidenum">
              <a:rPr lang="fr-CH" smtClean="0"/>
              <a:pPr/>
              <a:t>2</a:t>
            </a:fld>
            <a:endParaRPr lang="fr-CH"/>
          </a:p>
        </p:txBody>
      </p:sp>
    </p:spTree>
    <p:extLst>
      <p:ext uri="{BB962C8B-B14F-4D97-AF65-F5344CB8AC3E}">
        <p14:creationId xmlns:p14="http://schemas.microsoft.com/office/powerpoint/2010/main" val="3396317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A0178-B1BA-E8ED-2676-441E7DCB054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A42142-7B0E-AB5D-0330-37589AE88BC3}"/>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A71AB8F0-E3A1-D5BE-6BEF-FBA1ADB154BF}"/>
              </a:ext>
            </a:extLst>
          </p:cNvPr>
          <p:cNvSpPr>
            <a:spLocks noGrp="1"/>
          </p:cNvSpPr>
          <p:nvPr>
            <p:ph type="body" idx="1"/>
          </p:nvPr>
        </p:nvSpPr>
        <p:spPr/>
        <p:txBody>
          <a:bodyPr/>
          <a:lstStyle/>
          <a:p>
            <a:endParaRPr lang="fr-CH"/>
          </a:p>
        </p:txBody>
      </p:sp>
      <p:sp>
        <p:nvSpPr>
          <p:cNvPr id="4" name="Espace réservé du numéro de diapositive 3">
            <a:extLst>
              <a:ext uri="{FF2B5EF4-FFF2-40B4-BE49-F238E27FC236}">
                <a16:creationId xmlns:a16="http://schemas.microsoft.com/office/drawing/2014/main" id="{57924916-B30F-C546-B7E8-B881EDDB9F52}"/>
              </a:ext>
            </a:extLst>
          </p:cNvPr>
          <p:cNvSpPr>
            <a:spLocks noGrp="1"/>
          </p:cNvSpPr>
          <p:nvPr>
            <p:ph type="sldNum" sz="quarter" idx="5"/>
          </p:nvPr>
        </p:nvSpPr>
        <p:spPr/>
        <p:txBody>
          <a:bodyPr/>
          <a:lstStyle/>
          <a:p>
            <a:fld id="{9E3519E5-025F-4B1C-8C8E-E5E4EA4A6412}" type="slidenum">
              <a:rPr lang="fr-CH" smtClean="0"/>
              <a:pPr/>
              <a:t>3</a:t>
            </a:fld>
            <a:endParaRPr lang="fr-CH"/>
          </a:p>
        </p:txBody>
      </p:sp>
    </p:spTree>
    <p:extLst>
      <p:ext uri="{BB962C8B-B14F-4D97-AF65-F5344CB8AC3E}">
        <p14:creationId xmlns:p14="http://schemas.microsoft.com/office/powerpoint/2010/main" val="2945170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A0178-B1BA-E8ED-2676-441E7DCB054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A42142-7B0E-AB5D-0330-37589AE88BC3}"/>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A71AB8F0-E3A1-D5BE-6BEF-FBA1ADB154BF}"/>
              </a:ext>
            </a:extLst>
          </p:cNvPr>
          <p:cNvSpPr>
            <a:spLocks noGrp="1"/>
          </p:cNvSpPr>
          <p:nvPr>
            <p:ph type="body" idx="1"/>
          </p:nvPr>
        </p:nvSpPr>
        <p:spPr/>
        <p:txBody>
          <a:bodyPr/>
          <a:lstStyle/>
          <a:p>
            <a:endParaRPr lang="fr-CH"/>
          </a:p>
        </p:txBody>
      </p:sp>
      <p:sp>
        <p:nvSpPr>
          <p:cNvPr id="4" name="Espace réservé du numéro de diapositive 3">
            <a:extLst>
              <a:ext uri="{FF2B5EF4-FFF2-40B4-BE49-F238E27FC236}">
                <a16:creationId xmlns:a16="http://schemas.microsoft.com/office/drawing/2014/main" id="{57924916-B30F-C546-B7E8-B881EDDB9F52}"/>
              </a:ext>
            </a:extLst>
          </p:cNvPr>
          <p:cNvSpPr>
            <a:spLocks noGrp="1"/>
          </p:cNvSpPr>
          <p:nvPr>
            <p:ph type="sldNum" sz="quarter" idx="5"/>
          </p:nvPr>
        </p:nvSpPr>
        <p:spPr/>
        <p:txBody>
          <a:bodyPr/>
          <a:lstStyle/>
          <a:p>
            <a:fld id="{9E3519E5-025F-4B1C-8C8E-E5E4EA4A6412}" type="slidenum">
              <a:rPr lang="fr-CH" smtClean="0"/>
              <a:pPr/>
              <a:t>4</a:t>
            </a:fld>
            <a:endParaRPr lang="fr-CH"/>
          </a:p>
        </p:txBody>
      </p:sp>
    </p:spTree>
    <p:extLst>
      <p:ext uri="{BB962C8B-B14F-4D97-AF65-F5344CB8AC3E}">
        <p14:creationId xmlns:p14="http://schemas.microsoft.com/office/powerpoint/2010/main" val="2945170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1EC88-6168-2156-A7E0-42C707ED5F6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687F8C5-EC95-7356-B892-5C7A3968948F}"/>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16CB73F8-91FA-FE8E-0C7C-13B475AE4818}"/>
              </a:ext>
            </a:extLst>
          </p:cNvPr>
          <p:cNvSpPr>
            <a:spLocks noGrp="1"/>
          </p:cNvSpPr>
          <p:nvPr>
            <p:ph type="body" idx="1"/>
          </p:nvPr>
        </p:nvSpPr>
        <p:spPr/>
        <p:txBody>
          <a:bodyPr/>
          <a:lstStyle/>
          <a:p>
            <a:r>
              <a:rPr lang="fr-CH"/>
              <a:t>Autres causes (</a:t>
            </a:r>
            <a:r>
              <a:rPr lang="fr-CH" err="1"/>
              <a:t>undefined</a:t>
            </a:r>
            <a:r>
              <a:rPr lang="fr-CH"/>
              <a:t>), Suicide, Cirrhose du foie alcoolique, Anomalies congénitales/causes de mortalité périnatales</a:t>
            </a:r>
            <a:endParaRPr lang="en-US"/>
          </a:p>
        </p:txBody>
      </p:sp>
      <p:sp>
        <p:nvSpPr>
          <p:cNvPr id="4" name="Espace réservé du numéro de diapositive 3">
            <a:extLst>
              <a:ext uri="{FF2B5EF4-FFF2-40B4-BE49-F238E27FC236}">
                <a16:creationId xmlns:a16="http://schemas.microsoft.com/office/drawing/2014/main" id="{DDDFF432-D2A9-E027-DFED-EC9222D19DFE}"/>
              </a:ext>
            </a:extLst>
          </p:cNvPr>
          <p:cNvSpPr>
            <a:spLocks noGrp="1"/>
          </p:cNvSpPr>
          <p:nvPr>
            <p:ph type="sldNum" sz="quarter" idx="5"/>
          </p:nvPr>
        </p:nvSpPr>
        <p:spPr/>
        <p:txBody>
          <a:bodyPr/>
          <a:lstStyle/>
          <a:p>
            <a:fld id="{9E3519E5-025F-4B1C-8C8E-E5E4EA4A6412}" type="slidenum">
              <a:rPr lang="fr-CH" smtClean="0"/>
              <a:pPr/>
              <a:t>6</a:t>
            </a:fld>
            <a:endParaRPr lang="fr-CH"/>
          </a:p>
        </p:txBody>
      </p:sp>
    </p:spTree>
    <p:extLst>
      <p:ext uri="{BB962C8B-B14F-4D97-AF65-F5344CB8AC3E}">
        <p14:creationId xmlns:p14="http://schemas.microsoft.com/office/powerpoint/2010/main" val="726427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4B85E-A989-1945-F0A1-E9D399A6420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77477F6-89BA-0B76-988A-BCD2A70557BA}"/>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296E3C0E-D044-5FB4-5F95-5C58FFF4B5CB}"/>
              </a:ext>
            </a:extLst>
          </p:cNvPr>
          <p:cNvSpPr>
            <a:spLocks noGrp="1"/>
          </p:cNvSpPr>
          <p:nvPr>
            <p:ph type="body" idx="1"/>
          </p:nvPr>
        </p:nvSpPr>
        <p:spPr/>
        <p:txBody>
          <a:bodyPr/>
          <a:lstStyle/>
          <a:p>
            <a:endParaRPr lang="fr-CH">
              <a:ea typeface="Calibri"/>
              <a:cs typeface="Calibri"/>
            </a:endParaRPr>
          </a:p>
        </p:txBody>
      </p:sp>
      <p:sp>
        <p:nvSpPr>
          <p:cNvPr id="4" name="Espace réservé du numéro de diapositive 3">
            <a:extLst>
              <a:ext uri="{FF2B5EF4-FFF2-40B4-BE49-F238E27FC236}">
                <a16:creationId xmlns:a16="http://schemas.microsoft.com/office/drawing/2014/main" id="{1BE2F957-1FCD-3F1B-F9CC-7AA0166C301E}"/>
              </a:ext>
            </a:extLst>
          </p:cNvPr>
          <p:cNvSpPr>
            <a:spLocks noGrp="1"/>
          </p:cNvSpPr>
          <p:nvPr>
            <p:ph type="sldNum" sz="quarter" idx="5"/>
          </p:nvPr>
        </p:nvSpPr>
        <p:spPr/>
        <p:txBody>
          <a:bodyPr/>
          <a:lstStyle/>
          <a:p>
            <a:fld id="{9E3519E5-025F-4B1C-8C8E-E5E4EA4A6412}" type="slidenum">
              <a:rPr lang="fr-CH" smtClean="0"/>
              <a:pPr/>
              <a:t>7</a:t>
            </a:fld>
            <a:endParaRPr lang="fr-CH"/>
          </a:p>
        </p:txBody>
      </p:sp>
    </p:spTree>
    <p:extLst>
      <p:ext uri="{BB962C8B-B14F-4D97-AF65-F5344CB8AC3E}">
        <p14:creationId xmlns:p14="http://schemas.microsoft.com/office/powerpoint/2010/main" val="3110884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495C4-76BA-E09E-D9B1-D947A07E49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BC90186-C60D-97DF-BBD6-2E34C9356D96}"/>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54D243AD-3AD2-A3B7-21C8-C915E4E4E4C8}"/>
              </a:ext>
            </a:extLst>
          </p:cNvPr>
          <p:cNvSpPr>
            <a:spLocks noGrp="1"/>
          </p:cNvSpPr>
          <p:nvPr>
            <p:ph type="body" idx="1"/>
          </p:nvPr>
        </p:nvSpPr>
        <p:spPr/>
        <p:txBody>
          <a:bodyPr/>
          <a:lstStyle/>
          <a:p>
            <a:endParaRPr lang="fr-CH">
              <a:ea typeface="Calibri"/>
              <a:cs typeface="Calibri"/>
            </a:endParaRPr>
          </a:p>
        </p:txBody>
      </p:sp>
      <p:sp>
        <p:nvSpPr>
          <p:cNvPr id="4" name="Espace réservé du numéro de diapositive 3">
            <a:extLst>
              <a:ext uri="{FF2B5EF4-FFF2-40B4-BE49-F238E27FC236}">
                <a16:creationId xmlns:a16="http://schemas.microsoft.com/office/drawing/2014/main" id="{D06C126A-CA56-9A48-A4E1-085D346AFA3A}"/>
              </a:ext>
            </a:extLst>
          </p:cNvPr>
          <p:cNvSpPr>
            <a:spLocks noGrp="1"/>
          </p:cNvSpPr>
          <p:nvPr>
            <p:ph type="sldNum" sz="quarter" idx="5"/>
          </p:nvPr>
        </p:nvSpPr>
        <p:spPr/>
        <p:txBody>
          <a:bodyPr/>
          <a:lstStyle/>
          <a:p>
            <a:fld id="{9E3519E5-025F-4B1C-8C8E-E5E4EA4A6412}" type="slidenum">
              <a:rPr lang="fr-CH" smtClean="0"/>
              <a:pPr/>
              <a:t>8</a:t>
            </a:fld>
            <a:endParaRPr lang="fr-CH"/>
          </a:p>
        </p:txBody>
      </p:sp>
    </p:spTree>
    <p:extLst>
      <p:ext uri="{BB962C8B-B14F-4D97-AF65-F5344CB8AC3E}">
        <p14:creationId xmlns:p14="http://schemas.microsoft.com/office/powerpoint/2010/main" val="2912746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une</a:t>
            </a:r>
            <a:r>
              <a:rPr lang="en-US"/>
              <a:t> droite pour </a:t>
            </a:r>
            <a:r>
              <a:rPr lang="en-US" err="1"/>
              <a:t>décrire</a:t>
            </a:r>
            <a:r>
              <a:rPr lang="en-US"/>
              <a:t> </a:t>
            </a:r>
            <a:r>
              <a:rPr lang="en-US" err="1"/>
              <a:t>l’évolution</a:t>
            </a:r>
            <a:r>
              <a:rPr lang="en-US"/>
              <a:t> de la </a:t>
            </a:r>
            <a:r>
              <a:rPr lang="en-US" err="1"/>
              <a:t>mortalité</a:t>
            </a:r>
            <a:r>
              <a:rPr lang="en-US"/>
              <a:t> au fil des </a:t>
            </a:r>
            <a:r>
              <a:rPr lang="en-US" err="1"/>
              <a:t>années</a:t>
            </a:r>
            <a:endParaRPr lang="en-US">
              <a:ea typeface="Calibri"/>
              <a:cs typeface="Calibri"/>
            </a:endParaRPr>
          </a:p>
          <a:p>
            <a:endParaRPr lang="en-US">
              <a:ea typeface="Calibri"/>
              <a:cs typeface="Calibri"/>
            </a:endParaRPr>
          </a:p>
          <a:p>
            <a:r>
              <a:rPr lang="en-US"/>
              <a:t>identifier la tendance – la </a:t>
            </a:r>
            <a:r>
              <a:rPr lang="en-US" err="1"/>
              <a:t>mortalité</a:t>
            </a:r>
            <a:r>
              <a:rPr lang="en-US"/>
              <a:t> </a:t>
            </a:r>
            <a:r>
              <a:rPr lang="en-US" err="1"/>
              <a:t>augmente</a:t>
            </a:r>
            <a:r>
              <a:rPr lang="en-US"/>
              <a:t>-t-</a:t>
            </a:r>
            <a:r>
              <a:rPr lang="en-US" err="1"/>
              <a:t>elle</a:t>
            </a:r>
            <a:r>
              <a:rPr lang="en-US"/>
              <a:t>, </a:t>
            </a:r>
            <a:r>
              <a:rPr lang="en-US" err="1"/>
              <a:t>diminue</a:t>
            </a:r>
            <a:r>
              <a:rPr lang="en-US"/>
              <a:t>-t-</a:t>
            </a:r>
            <a:r>
              <a:rPr lang="en-US" err="1"/>
              <a:t>elle</a:t>
            </a:r>
            <a:r>
              <a:rPr lang="en-US"/>
              <a:t> </a:t>
            </a:r>
            <a:r>
              <a:rPr lang="en-US" err="1"/>
              <a:t>ou</a:t>
            </a:r>
            <a:r>
              <a:rPr lang="en-US"/>
              <a:t> </a:t>
            </a:r>
            <a:r>
              <a:rPr lang="en-US" err="1"/>
              <a:t>reste</a:t>
            </a:r>
            <a:r>
              <a:rPr lang="en-US"/>
              <a:t>-t-</a:t>
            </a:r>
            <a:r>
              <a:rPr lang="en-US" err="1"/>
              <a:t>elle</a:t>
            </a:r>
            <a:r>
              <a:rPr lang="en-US"/>
              <a:t> stable</a:t>
            </a:r>
          </a:p>
          <a:p>
            <a:endParaRPr lang="en-US">
              <a:ea typeface="Calibri"/>
              <a:cs typeface="Calibri"/>
            </a:endParaRPr>
          </a:p>
          <a:p>
            <a:r>
              <a:rPr lang="en-US"/>
              <a:t>La </a:t>
            </a:r>
            <a:r>
              <a:rPr lang="en-US" err="1"/>
              <a:t>pente</a:t>
            </a:r>
            <a:r>
              <a:rPr lang="en-US"/>
              <a:t> </a:t>
            </a:r>
            <a:r>
              <a:rPr lang="en-US" err="1"/>
              <a:t>indique</a:t>
            </a:r>
            <a:r>
              <a:rPr lang="en-US"/>
              <a:t> la </a:t>
            </a:r>
            <a:r>
              <a:rPr lang="en-US" err="1"/>
              <a:t>vitesse</a:t>
            </a:r>
            <a:r>
              <a:rPr lang="en-US"/>
              <a:t> de </a:t>
            </a:r>
            <a:r>
              <a:rPr lang="en-US" err="1"/>
              <a:t>changement</a:t>
            </a:r>
            <a:r>
              <a:rPr lang="en-US"/>
              <a:t> de la </a:t>
            </a:r>
            <a:r>
              <a:rPr lang="en-US" err="1"/>
              <a:t>mortalité</a:t>
            </a:r>
            <a:endParaRPr lang="en-US" err="1">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E3519E5-025F-4B1C-8C8E-E5E4EA4A6412}" type="slidenum">
              <a:rPr lang="fr-CH" smtClean="0"/>
              <a:pPr/>
              <a:t>9</a:t>
            </a:fld>
            <a:endParaRPr lang="fr-CH"/>
          </a:p>
        </p:txBody>
      </p:sp>
    </p:spTree>
    <p:extLst>
      <p:ext uri="{BB962C8B-B14F-4D97-AF65-F5344CB8AC3E}">
        <p14:creationId xmlns:p14="http://schemas.microsoft.com/office/powerpoint/2010/main" val="3036506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une</a:t>
            </a:r>
            <a:r>
              <a:rPr lang="en-US"/>
              <a:t> droite pour </a:t>
            </a:r>
            <a:r>
              <a:rPr lang="en-US" err="1"/>
              <a:t>décrire</a:t>
            </a:r>
            <a:r>
              <a:rPr lang="en-US"/>
              <a:t> </a:t>
            </a:r>
            <a:r>
              <a:rPr lang="en-US" err="1"/>
              <a:t>l’évolution</a:t>
            </a:r>
            <a:r>
              <a:rPr lang="en-US"/>
              <a:t> de la </a:t>
            </a:r>
            <a:r>
              <a:rPr lang="en-US" err="1"/>
              <a:t>mortalité</a:t>
            </a:r>
            <a:r>
              <a:rPr lang="en-US"/>
              <a:t> au fil des </a:t>
            </a:r>
            <a:r>
              <a:rPr lang="en-US" err="1"/>
              <a:t>années</a:t>
            </a:r>
          </a:p>
          <a:p>
            <a:endParaRPr lang="en-US"/>
          </a:p>
          <a:p>
            <a:r>
              <a:rPr lang="en-US"/>
              <a:t>identifier la tendance – la </a:t>
            </a:r>
            <a:r>
              <a:rPr lang="en-US" err="1"/>
              <a:t>mortalité</a:t>
            </a:r>
            <a:r>
              <a:rPr lang="en-US"/>
              <a:t> </a:t>
            </a:r>
            <a:r>
              <a:rPr lang="en-US" err="1"/>
              <a:t>augmente</a:t>
            </a:r>
            <a:r>
              <a:rPr lang="en-US"/>
              <a:t>-t-</a:t>
            </a:r>
            <a:r>
              <a:rPr lang="en-US" err="1"/>
              <a:t>elle</a:t>
            </a:r>
            <a:r>
              <a:rPr lang="en-US"/>
              <a:t>, </a:t>
            </a:r>
            <a:r>
              <a:rPr lang="en-US" err="1"/>
              <a:t>diminue</a:t>
            </a:r>
            <a:r>
              <a:rPr lang="en-US"/>
              <a:t>-t-</a:t>
            </a:r>
            <a:r>
              <a:rPr lang="en-US" err="1"/>
              <a:t>elle</a:t>
            </a:r>
            <a:r>
              <a:rPr lang="en-US"/>
              <a:t> </a:t>
            </a:r>
            <a:r>
              <a:rPr lang="en-US" err="1"/>
              <a:t>ou</a:t>
            </a:r>
            <a:r>
              <a:rPr lang="en-US"/>
              <a:t> </a:t>
            </a:r>
            <a:r>
              <a:rPr lang="en-US" err="1"/>
              <a:t>reste</a:t>
            </a:r>
            <a:r>
              <a:rPr lang="en-US"/>
              <a:t>-t-</a:t>
            </a:r>
            <a:r>
              <a:rPr lang="en-US" err="1"/>
              <a:t>elle</a:t>
            </a:r>
            <a:r>
              <a:rPr lang="en-US"/>
              <a:t> stable</a:t>
            </a:r>
          </a:p>
          <a:p>
            <a:endParaRPr lang="en-US"/>
          </a:p>
          <a:p>
            <a:r>
              <a:rPr lang="en-US"/>
              <a:t>La </a:t>
            </a:r>
            <a:r>
              <a:rPr lang="en-US" err="1"/>
              <a:t>pente</a:t>
            </a:r>
            <a:r>
              <a:rPr lang="en-US"/>
              <a:t> </a:t>
            </a:r>
            <a:r>
              <a:rPr lang="en-US" err="1"/>
              <a:t>indique</a:t>
            </a:r>
            <a:r>
              <a:rPr lang="en-US"/>
              <a:t> la </a:t>
            </a:r>
            <a:r>
              <a:rPr lang="en-US" err="1"/>
              <a:t>vitesse</a:t>
            </a:r>
            <a:r>
              <a:rPr lang="en-US"/>
              <a:t> de </a:t>
            </a:r>
            <a:r>
              <a:rPr lang="en-US" err="1"/>
              <a:t>changement</a:t>
            </a:r>
            <a:r>
              <a:rPr lang="en-US"/>
              <a:t> de la </a:t>
            </a:r>
            <a:r>
              <a:rPr lang="en-US" err="1"/>
              <a:t>mortalité</a:t>
            </a:r>
          </a:p>
          <a:p>
            <a:endParaRPr lang="en-US"/>
          </a:p>
          <a:p>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9E3519E5-025F-4B1C-8C8E-E5E4EA4A6412}" type="slidenum">
              <a:rPr lang="fr-CH" smtClean="0"/>
              <a:pPr/>
              <a:t>10</a:t>
            </a:fld>
            <a:endParaRPr lang="fr-CH"/>
          </a:p>
        </p:txBody>
      </p:sp>
    </p:spTree>
    <p:extLst>
      <p:ext uri="{BB962C8B-B14F-4D97-AF65-F5344CB8AC3E}">
        <p14:creationId xmlns:p14="http://schemas.microsoft.com/office/powerpoint/2010/main" val="1305587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A35A0-BAF5-8819-D40F-6567BB86541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EC5787-9E3D-420E-BF2E-4B9FCF48B01E}"/>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5D0F27FE-8230-6C37-035C-9EF38E9CCA2D}"/>
              </a:ext>
            </a:extLst>
          </p:cNvPr>
          <p:cNvSpPr>
            <a:spLocks noGrp="1"/>
          </p:cNvSpPr>
          <p:nvPr>
            <p:ph type="body" idx="1"/>
          </p:nvPr>
        </p:nvSpPr>
        <p:spPr/>
        <p:txBody>
          <a:bodyPr/>
          <a:lstStyle/>
          <a:p>
            <a:r>
              <a:rPr lang="fr-CH"/>
              <a:t>dermato, ophtalmo, gynéco... pour les médocs, anti </a:t>
            </a:r>
            <a:r>
              <a:rPr lang="fr-CH" err="1"/>
              <a:t>inflamatoire</a:t>
            </a:r>
            <a:r>
              <a:rPr lang="fr-CH"/>
              <a:t>, </a:t>
            </a:r>
            <a:r>
              <a:rPr lang="fr-CH" err="1"/>
              <a:t>anti-depresseur</a:t>
            </a:r>
            <a:endParaRPr lang="en-US" err="1"/>
          </a:p>
        </p:txBody>
      </p:sp>
      <p:sp>
        <p:nvSpPr>
          <p:cNvPr id="4" name="Espace réservé du numéro de diapositive 3">
            <a:extLst>
              <a:ext uri="{FF2B5EF4-FFF2-40B4-BE49-F238E27FC236}">
                <a16:creationId xmlns:a16="http://schemas.microsoft.com/office/drawing/2014/main" id="{62A7DE12-097F-AD36-84A2-E1AC0AAE078B}"/>
              </a:ext>
            </a:extLst>
          </p:cNvPr>
          <p:cNvSpPr>
            <a:spLocks noGrp="1"/>
          </p:cNvSpPr>
          <p:nvPr>
            <p:ph type="sldNum" sz="quarter" idx="5"/>
          </p:nvPr>
        </p:nvSpPr>
        <p:spPr/>
        <p:txBody>
          <a:bodyPr/>
          <a:lstStyle/>
          <a:p>
            <a:fld id="{9E3519E5-025F-4B1C-8C8E-E5E4EA4A6412}" type="slidenum">
              <a:rPr lang="fr-CH" smtClean="0"/>
              <a:pPr/>
              <a:t>12</a:t>
            </a:fld>
            <a:endParaRPr lang="fr-CH"/>
          </a:p>
        </p:txBody>
      </p:sp>
    </p:spTree>
    <p:extLst>
      <p:ext uri="{BB962C8B-B14F-4D97-AF65-F5344CB8AC3E}">
        <p14:creationId xmlns:p14="http://schemas.microsoft.com/office/powerpoint/2010/main" val="3258851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4C88E-9C16-51C2-F973-34F5689470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3AE90B-571E-C1AD-5C60-3241814378E8}"/>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234C7CA6-11AE-3D7C-D5BF-36F5D4F36C16}"/>
              </a:ext>
            </a:extLst>
          </p:cNvPr>
          <p:cNvSpPr>
            <a:spLocks noGrp="1"/>
          </p:cNvSpPr>
          <p:nvPr>
            <p:ph type="body" idx="1"/>
          </p:nvPr>
        </p:nvSpPr>
        <p:spPr/>
        <p:txBody>
          <a:bodyPr/>
          <a:lstStyle/>
          <a:p>
            <a:endParaRPr lang="fr-CH">
              <a:ea typeface="Calibri"/>
              <a:cs typeface="Calibri"/>
            </a:endParaRPr>
          </a:p>
        </p:txBody>
      </p:sp>
      <p:sp>
        <p:nvSpPr>
          <p:cNvPr id="4" name="Espace réservé du numéro de diapositive 3">
            <a:extLst>
              <a:ext uri="{FF2B5EF4-FFF2-40B4-BE49-F238E27FC236}">
                <a16:creationId xmlns:a16="http://schemas.microsoft.com/office/drawing/2014/main" id="{E9000C9E-5160-407A-49AD-BB6E7385C8CF}"/>
              </a:ext>
            </a:extLst>
          </p:cNvPr>
          <p:cNvSpPr>
            <a:spLocks noGrp="1"/>
          </p:cNvSpPr>
          <p:nvPr>
            <p:ph type="sldNum" sz="quarter" idx="5"/>
          </p:nvPr>
        </p:nvSpPr>
        <p:spPr/>
        <p:txBody>
          <a:bodyPr/>
          <a:lstStyle/>
          <a:p>
            <a:fld id="{9E3519E5-025F-4B1C-8C8E-E5E4EA4A6412}" type="slidenum">
              <a:rPr lang="fr-CH" smtClean="0"/>
              <a:pPr/>
              <a:t>14</a:t>
            </a:fld>
            <a:endParaRPr lang="fr-CH"/>
          </a:p>
        </p:txBody>
      </p:sp>
    </p:spTree>
    <p:extLst>
      <p:ext uri="{BB962C8B-B14F-4D97-AF65-F5344CB8AC3E}">
        <p14:creationId xmlns:p14="http://schemas.microsoft.com/office/powerpoint/2010/main" val="2821199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1010C-90E8-A8E3-0865-3849DC1BF0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3281430-4120-663A-0731-8F7231A990DB}"/>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C0E2324C-D055-B4F5-BBDA-69407FBCEE12}"/>
              </a:ext>
            </a:extLst>
          </p:cNvPr>
          <p:cNvSpPr>
            <a:spLocks noGrp="1"/>
          </p:cNvSpPr>
          <p:nvPr>
            <p:ph type="body" idx="1"/>
          </p:nvPr>
        </p:nvSpPr>
        <p:spPr/>
        <p:txBody>
          <a:bodyPr/>
          <a:lstStyle/>
          <a:p>
            <a:br>
              <a:rPr lang="en-US">
                <a:cs typeface="+mn-lt"/>
              </a:rPr>
            </a:br>
            <a:endParaRPr lang="fr-CH">
              <a:ea typeface="Calibri"/>
              <a:cs typeface="Calibri"/>
            </a:endParaRPr>
          </a:p>
        </p:txBody>
      </p:sp>
      <p:sp>
        <p:nvSpPr>
          <p:cNvPr id="4" name="Espace réservé du numéro de diapositive 3">
            <a:extLst>
              <a:ext uri="{FF2B5EF4-FFF2-40B4-BE49-F238E27FC236}">
                <a16:creationId xmlns:a16="http://schemas.microsoft.com/office/drawing/2014/main" id="{AB9C4781-0A9C-537B-E3A5-E7C5D99E3C8D}"/>
              </a:ext>
            </a:extLst>
          </p:cNvPr>
          <p:cNvSpPr>
            <a:spLocks noGrp="1"/>
          </p:cNvSpPr>
          <p:nvPr>
            <p:ph type="sldNum" sz="quarter" idx="5"/>
          </p:nvPr>
        </p:nvSpPr>
        <p:spPr/>
        <p:txBody>
          <a:bodyPr/>
          <a:lstStyle/>
          <a:p>
            <a:fld id="{9E3519E5-025F-4B1C-8C8E-E5E4EA4A6412}" type="slidenum">
              <a:rPr lang="fr-CH" smtClean="0"/>
              <a:pPr/>
              <a:t>16</a:t>
            </a:fld>
            <a:endParaRPr lang="fr-CH"/>
          </a:p>
        </p:txBody>
      </p:sp>
    </p:spTree>
    <p:extLst>
      <p:ext uri="{BB962C8B-B14F-4D97-AF65-F5344CB8AC3E}">
        <p14:creationId xmlns:p14="http://schemas.microsoft.com/office/powerpoint/2010/main" val="3184315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CA64B-575A-654A-FD51-A719B997215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ABD56F-20D5-F175-8F3F-A86E507885F9}"/>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05EEC36F-14B9-BDD4-64D7-A49F54A52492}"/>
              </a:ext>
            </a:extLst>
          </p:cNvPr>
          <p:cNvSpPr>
            <a:spLocks noGrp="1"/>
          </p:cNvSpPr>
          <p:nvPr>
            <p:ph type="body" idx="1"/>
          </p:nvPr>
        </p:nvSpPr>
        <p:spPr/>
        <p:txBody>
          <a:bodyPr/>
          <a:lstStyle/>
          <a:p>
            <a:endParaRPr lang="fr-CH">
              <a:ea typeface="Calibri"/>
              <a:cs typeface="Calibri"/>
            </a:endParaRPr>
          </a:p>
        </p:txBody>
      </p:sp>
      <p:sp>
        <p:nvSpPr>
          <p:cNvPr id="4" name="Espace réservé du numéro de diapositive 3">
            <a:extLst>
              <a:ext uri="{FF2B5EF4-FFF2-40B4-BE49-F238E27FC236}">
                <a16:creationId xmlns:a16="http://schemas.microsoft.com/office/drawing/2014/main" id="{97B6E484-49D3-A783-B58E-40D8E378BE05}"/>
              </a:ext>
            </a:extLst>
          </p:cNvPr>
          <p:cNvSpPr>
            <a:spLocks noGrp="1"/>
          </p:cNvSpPr>
          <p:nvPr>
            <p:ph type="sldNum" sz="quarter" idx="5"/>
          </p:nvPr>
        </p:nvSpPr>
        <p:spPr/>
        <p:txBody>
          <a:bodyPr/>
          <a:lstStyle/>
          <a:p>
            <a:fld id="{9E3519E5-025F-4B1C-8C8E-E5E4EA4A6412}" type="slidenum">
              <a:rPr lang="fr-CH" smtClean="0"/>
              <a:pPr/>
              <a:t>17</a:t>
            </a:fld>
            <a:endParaRPr lang="fr-CH"/>
          </a:p>
        </p:txBody>
      </p:sp>
    </p:spTree>
    <p:extLst>
      <p:ext uri="{BB962C8B-B14F-4D97-AF65-F5344CB8AC3E}">
        <p14:creationId xmlns:p14="http://schemas.microsoft.com/office/powerpoint/2010/main" val="3961402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 coefficient entre la </a:t>
            </a:r>
            <a:r>
              <a:rPr lang="en-US" err="1"/>
              <a:t>mortalité</a:t>
            </a:r>
            <a:r>
              <a:rPr lang="en-US"/>
              <a:t> et le </a:t>
            </a:r>
            <a:r>
              <a:rPr lang="en-US" err="1"/>
              <a:t>nombre</a:t>
            </a:r>
            <a:r>
              <a:rPr lang="en-US"/>
              <a:t> de </a:t>
            </a:r>
            <a:r>
              <a:rPr lang="en-US" err="1"/>
              <a:t>médicaments</a:t>
            </a:r>
            <a:r>
              <a:rPr lang="en-US"/>
              <a:t> par </a:t>
            </a:r>
            <a:r>
              <a:rPr lang="en-US" err="1"/>
              <a:t>année</a:t>
            </a:r>
            <a:r>
              <a:rPr lang="en-US"/>
              <a:t> pour quantifier la relation entre deux variables</a:t>
            </a:r>
          </a:p>
          <a:p>
            <a:endParaRPr lang="en-US">
              <a:ea typeface="Calibri"/>
              <a:cs typeface="Calibri"/>
            </a:endParaRPr>
          </a:p>
          <a:p>
            <a:r>
              <a:rPr lang="en-US"/>
              <a:t>Pearson </a:t>
            </a:r>
            <a:r>
              <a:rPr lang="en-US" err="1"/>
              <a:t>que</a:t>
            </a:r>
            <a:r>
              <a:rPr lang="en-US"/>
              <a:t> les relations </a:t>
            </a:r>
            <a:r>
              <a:rPr lang="en-US" b="1" err="1"/>
              <a:t>linéaires</a:t>
            </a:r>
            <a:r>
              <a:rPr lang="en-US"/>
              <a:t> ; les tendances non </a:t>
            </a:r>
            <a:r>
              <a:rPr lang="en-US" err="1"/>
              <a:t>linéaires</a:t>
            </a:r>
            <a:r>
              <a:rPr lang="en-US"/>
              <a:t> </a:t>
            </a:r>
            <a:r>
              <a:rPr lang="en-US" err="1"/>
              <a:t>peuvent</a:t>
            </a:r>
            <a:r>
              <a:rPr lang="en-US"/>
              <a:t> </a:t>
            </a:r>
            <a:r>
              <a:rPr lang="en-US" err="1"/>
              <a:t>être</a:t>
            </a:r>
            <a:r>
              <a:rPr lang="en-US"/>
              <a:t> sous-</a:t>
            </a:r>
            <a:r>
              <a:rPr lang="en-US" err="1"/>
              <a:t>estimées</a:t>
            </a:r>
            <a:endParaRPr lang="en-US" err="1">
              <a:ea typeface="Calibri"/>
              <a:cs typeface="Calibri"/>
            </a:endParaRPr>
          </a:p>
        </p:txBody>
      </p:sp>
      <p:sp>
        <p:nvSpPr>
          <p:cNvPr id="4" name="Slide Number Placeholder 3"/>
          <p:cNvSpPr>
            <a:spLocks noGrp="1"/>
          </p:cNvSpPr>
          <p:nvPr>
            <p:ph type="sldNum" sz="quarter" idx="5"/>
          </p:nvPr>
        </p:nvSpPr>
        <p:spPr/>
        <p:txBody>
          <a:bodyPr/>
          <a:lstStyle/>
          <a:p>
            <a:fld id="{9E3519E5-025F-4B1C-8C8E-E5E4EA4A6412}" type="slidenum">
              <a:rPr lang="fr-CH" smtClean="0"/>
              <a:pPr/>
              <a:t>20</a:t>
            </a:fld>
            <a:endParaRPr lang="fr-CH"/>
          </a:p>
        </p:txBody>
      </p:sp>
    </p:spTree>
    <p:extLst>
      <p:ext uri="{BB962C8B-B14F-4D97-AF65-F5344CB8AC3E}">
        <p14:creationId xmlns:p14="http://schemas.microsoft.com/office/powerpoint/2010/main" val="891439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 coefficient entre la </a:t>
            </a:r>
            <a:r>
              <a:rPr lang="en-US" err="1"/>
              <a:t>mortalité</a:t>
            </a:r>
            <a:r>
              <a:rPr lang="en-US"/>
              <a:t> et le </a:t>
            </a:r>
            <a:r>
              <a:rPr lang="en-US" err="1"/>
              <a:t>nombre</a:t>
            </a:r>
            <a:r>
              <a:rPr lang="en-US"/>
              <a:t> de </a:t>
            </a:r>
            <a:r>
              <a:rPr lang="en-US" err="1"/>
              <a:t>médicaments</a:t>
            </a:r>
            <a:r>
              <a:rPr lang="en-US"/>
              <a:t> par </a:t>
            </a:r>
            <a:r>
              <a:rPr lang="en-US" err="1"/>
              <a:t>année</a:t>
            </a:r>
            <a:r>
              <a:rPr lang="en-US"/>
              <a:t> pour quantifier la relation entre deux variables</a:t>
            </a:r>
          </a:p>
          <a:p>
            <a:endParaRPr lang="en-US"/>
          </a:p>
          <a:p>
            <a:r>
              <a:rPr lang="en-US"/>
              <a:t>Pearson </a:t>
            </a:r>
            <a:r>
              <a:rPr lang="en-US" err="1"/>
              <a:t>que</a:t>
            </a:r>
            <a:r>
              <a:rPr lang="en-US"/>
              <a:t> les relations </a:t>
            </a:r>
            <a:r>
              <a:rPr lang="en-US" b="1" err="1"/>
              <a:t>linéaires</a:t>
            </a:r>
            <a:r>
              <a:rPr lang="en-US"/>
              <a:t> ; les tendances non </a:t>
            </a:r>
            <a:r>
              <a:rPr lang="en-US" err="1"/>
              <a:t>linéaires</a:t>
            </a:r>
            <a:r>
              <a:rPr lang="en-US"/>
              <a:t> </a:t>
            </a:r>
            <a:r>
              <a:rPr lang="en-US" err="1"/>
              <a:t>peuvent</a:t>
            </a:r>
            <a:r>
              <a:rPr lang="en-US"/>
              <a:t> </a:t>
            </a:r>
            <a:r>
              <a:rPr lang="en-US" err="1"/>
              <a:t>être</a:t>
            </a:r>
            <a:r>
              <a:rPr lang="en-US"/>
              <a:t> sous-</a:t>
            </a:r>
            <a:r>
              <a:rPr lang="en-US" err="1"/>
              <a:t>estimées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9E3519E5-025F-4B1C-8C8E-E5E4EA4A6412}" type="slidenum">
              <a:rPr lang="fr-CH" smtClean="0"/>
              <a:pPr/>
              <a:t>21</a:t>
            </a:fld>
            <a:endParaRPr lang="fr-CH"/>
          </a:p>
        </p:txBody>
      </p:sp>
    </p:spTree>
    <p:extLst>
      <p:ext uri="{BB962C8B-B14F-4D97-AF65-F5344CB8AC3E}">
        <p14:creationId xmlns:p14="http://schemas.microsoft.com/office/powerpoint/2010/main" val="3792588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une</a:t>
            </a:r>
            <a:r>
              <a:rPr lang="en-US"/>
              <a:t> </a:t>
            </a:r>
            <a:r>
              <a:rPr lang="en-US" err="1"/>
              <a:t>courbe</a:t>
            </a:r>
            <a:r>
              <a:rPr lang="en-US"/>
              <a:t> </a:t>
            </a:r>
            <a:r>
              <a:rPr lang="en-US" err="1"/>
              <a:t>polynomiale</a:t>
            </a:r>
            <a:r>
              <a:rPr lang="en-US"/>
              <a:t> de </a:t>
            </a:r>
            <a:r>
              <a:rPr lang="en-US" err="1"/>
              <a:t>degré</a:t>
            </a:r>
            <a:r>
              <a:rPr lang="en-US"/>
              <a:t> k (par </a:t>
            </a:r>
            <a:r>
              <a:rPr lang="en-US" err="1"/>
              <a:t>exemple</a:t>
            </a:r>
            <a:r>
              <a:rPr lang="en-US"/>
              <a:t> </a:t>
            </a:r>
            <a:r>
              <a:rPr lang="en-US" err="1"/>
              <a:t>quadratique</a:t>
            </a:r>
            <a:r>
              <a:rPr lang="en-US"/>
              <a:t>) pour la </a:t>
            </a:r>
            <a:r>
              <a:rPr lang="en-US" err="1"/>
              <a:t>mortalité</a:t>
            </a:r>
            <a:r>
              <a:rPr lang="en-US"/>
              <a:t> par rapport aux </a:t>
            </a:r>
            <a:r>
              <a:rPr lang="en-US" err="1"/>
              <a:t>médicaments</a:t>
            </a:r>
            <a:endParaRPr lang="en-US" err="1">
              <a:ea typeface="Calibri"/>
              <a:cs typeface="Calibri"/>
            </a:endParaRPr>
          </a:p>
          <a:p>
            <a:r>
              <a:rPr lang="en-US">
                <a:ea typeface="Calibri"/>
                <a:cs typeface="Calibri"/>
              </a:rPr>
              <a:t>Pour </a:t>
            </a:r>
            <a:r>
              <a:rPr lang="en-US"/>
              <a:t>capturer les relations non </a:t>
            </a:r>
            <a:r>
              <a:rPr lang="en-US" err="1"/>
              <a:t>linéaires</a:t>
            </a:r>
            <a:r>
              <a:rPr lang="en-US"/>
              <a:t> entre </a:t>
            </a:r>
            <a:r>
              <a:rPr lang="en-US" err="1"/>
              <a:t>mortalité</a:t>
            </a:r>
            <a:r>
              <a:rPr lang="en-US"/>
              <a:t> et </a:t>
            </a:r>
            <a:r>
              <a:rPr lang="en-US" err="1"/>
              <a:t>nombre</a:t>
            </a:r>
            <a:r>
              <a:rPr lang="en-US"/>
              <a:t> de </a:t>
            </a:r>
            <a:r>
              <a:rPr lang="en-US" err="1"/>
              <a:t>médicaments</a:t>
            </a:r>
            <a:endParaRPr lang="en-US">
              <a:ea typeface="Calibri"/>
              <a:cs typeface="Calibri"/>
            </a:endParaRPr>
          </a:p>
          <a:p>
            <a:endParaRPr lang="en-US">
              <a:ea typeface="Calibri"/>
              <a:cs typeface="Calibri"/>
            </a:endParaRPr>
          </a:p>
          <a:p>
            <a:pPr marL="171450" indent="-171450">
              <a:buFont typeface="Arial"/>
              <a:buChar char="•"/>
            </a:pPr>
            <a:r>
              <a:rPr lang="en-US"/>
              <a:t>La </a:t>
            </a:r>
            <a:r>
              <a:rPr lang="en-US" err="1"/>
              <a:t>courbe</a:t>
            </a:r>
            <a:r>
              <a:rPr lang="en-US"/>
              <a:t> montre </a:t>
            </a:r>
            <a:r>
              <a:rPr lang="en-US" err="1"/>
              <a:t>une</a:t>
            </a:r>
            <a:r>
              <a:rPr lang="en-US"/>
              <a:t> tendance qui </a:t>
            </a:r>
            <a:r>
              <a:rPr lang="en-US" err="1"/>
              <a:t>n’est</a:t>
            </a:r>
            <a:r>
              <a:rPr lang="en-US"/>
              <a:t> pas </a:t>
            </a:r>
            <a:r>
              <a:rPr lang="en-US" err="1"/>
              <a:t>une</a:t>
            </a:r>
            <a:r>
              <a:rPr lang="en-US"/>
              <a:t> droite.</a:t>
            </a:r>
            <a:endParaRPr lang="en-US">
              <a:ea typeface="Calibri"/>
              <a:cs typeface="Calibri"/>
            </a:endParaRPr>
          </a:p>
          <a:p>
            <a:pPr marL="171450" indent="-171450">
              <a:buFont typeface="Arial"/>
              <a:buChar char="•"/>
            </a:pPr>
            <a:r>
              <a:rPr lang="en-US"/>
              <a:t>Le coefficient R^2 </a:t>
            </a:r>
            <a:r>
              <a:rPr lang="en-US" err="1"/>
              <a:t>indique</a:t>
            </a:r>
            <a:r>
              <a:rPr lang="en-US"/>
              <a:t> quelle proportion de la variation de la </a:t>
            </a:r>
            <a:r>
              <a:rPr lang="en-US" err="1"/>
              <a:t>mortalité</a:t>
            </a:r>
            <a:r>
              <a:rPr lang="en-US"/>
              <a:t> est </a:t>
            </a:r>
            <a:r>
              <a:rPr lang="en-US" err="1"/>
              <a:t>expliquée</a:t>
            </a:r>
            <a:r>
              <a:rPr lang="en-US"/>
              <a:t> par la </a:t>
            </a:r>
            <a:r>
              <a:rPr lang="en-US" err="1"/>
              <a:t>courbe</a:t>
            </a:r>
            <a:endParaRPr lang="en-US" err="1">
              <a:ea typeface="Calibri"/>
              <a:cs typeface="Calibri"/>
            </a:endParaRPr>
          </a:p>
          <a:p>
            <a:pPr marL="171450" indent="-171450">
              <a:buFont typeface="Arial"/>
              <a:buChar char="•"/>
            </a:pPr>
            <a:endParaRPr lang="en-US">
              <a:ea typeface="Calibri"/>
              <a:cs typeface="Calibri"/>
            </a:endParaRPr>
          </a:p>
          <a:p>
            <a:r>
              <a:rPr lang="en-US">
                <a:ea typeface="Calibri"/>
                <a:cs typeface="Calibri"/>
              </a:rPr>
              <a:t>MAIS </a:t>
            </a:r>
            <a:r>
              <a:rPr lang="en-US"/>
              <a:t>un </a:t>
            </a:r>
            <a:r>
              <a:rPr lang="en-US" err="1"/>
              <a:t>degré</a:t>
            </a:r>
            <a:r>
              <a:rPr lang="en-US"/>
              <a:t> trop </a:t>
            </a:r>
            <a:r>
              <a:rPr lang="en-US" err="1"/>
              <a:t>élevé</a:t>
            </a:r>
            <a:r>
              <a:rPr lang="en-US"/>
              <a:t> </a:t>
            </a:r>
            <a:r>
              <a:rPr lang="en-US" err="1"/>
              <a:t>peut</a:t>
            </a:r>
            <a:r>
              <a:rPr lang="en-US"/>
              <a:t> </a:t>
            </a:r>
            <a:r>
              <a:rPr lang="en-US" err="1"/>
              <a:t>provoquer</a:t>
            </a:r>
            <a:r>
              <a:rPr lang="en-US"/>
              <a:t> un </a:t>
            </a:r>
            <a:r>
              <a:rPr lang="en-US" err="1"/>
              <a:t>surapprentissage</a:t>
            </a:r>
            <a:r>
              <a:rPr lang="en-US"/>
              <a:t> et des oscillations </a:t>
            </a:r>
            <a:r>
              <a:rPr lang="en-US" err="1"/>
              <a:t>artificielles</a:t>
            </a:r>
            <a:r>
              <a:rPr lang="en-US"/>
              <a:t> de la </a:t>
            </a:r>
            <a:r>
              <a:rPr lang="en-US" err="1"/>
              <a:t>courbe</a:t>
            </a:r>
            <a:endParaRPr lang="en-US" err="1">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9E3519E5-025F-4B1C-8C8E-E5E4EA4A6412}" type="slidenum">
              <a:rPr lang="fr-CH" smtClean="0"/>
              <a:pPr/>
              <a:t>22</a:t>
            </a:fld>
            <a:endParaRPr lang="fr-CH"/>
          </a:p>
        </p:txBody>
      </p:sp>
    </p:spTree>
    <p:extLst>
      <p:ext uri="{BB962C8B-B14F-4D97-AF65-F5344CB8AC3E}">
        <p14:creationId xmlns:p14="http://schemas.microsoft.com/office/powerpoint/2010/main" val="1877710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une</a:t>
            </a:r>
            <a:r>
              <a:rPr lang="en-US"/>
              <a:t> </a:t>
            </a:r>
            <a:r>
              <a:rPr lang="en-US" err="1"/>
              <a:t>courbe</a:t>
            </a:r>
            <a:r>
              <a:rPr lang="en-US"/>
              <a:t> </a:t>
            </a:r>
            <a:r>
              <a:rPr lang="en-US" err="1"/>
              <a:t>polynomiale</a:t>
            </a:r>
            <a:r>
              <a:rPr lang="en-US"/>
              <a:t> de </a:t>
            </a:r>
            <a:r>
              <a:rPr lang="en-US" err="1"/>
              <a:t>degré</a:t>
            </a:r>
            <a:r>
              <a:rPr lang="en-US"/>
              <a:t> k (par </a:t>
            </a:r>
            <a:r>
              <a:rPr lang="en-US" err="1"/>
              <a:t>exemple</a:t>
            </a:r>
            <a:r>
              <a:rPr lang="en-US"/>
              <a:t> </a:t>
            </a:r>
            <a:r>
              <a:rPr lang="en-US" err="1"/>
              <a:t>quadratique</a:t>
            </a:r>
            <a:r>
              <a:rPr lang="en-US"/>
              <a:t>) pour la </a:t>
            </a:r>
            <a:r>
              <a:rPr lang="en-US" err="1"/>
              <a:t>mortalité</a:t>
            </a:r>
            <a:r>
              <a:rPr lang="en-US"/>
              <a:t> par rapport aux </a:t>
            </a:r>
            <a:r>
              <a:rPr lang="en-US" err="1"/>
              <a:t>médicaments</a:t>
            </a:r>
          </a:p>
          <a:p>
            <a:r>
              <a:rPr lang="en-US"/>
              <a:t>Pour capturer les relations non </a:t>
            </a:r>
            <a:r>
              <a:rPr lang="en-US" err="1"/>
              <a:t>linéaires</a:t>
            </a:r>
            <a:r>
              <a:rPr lang="en-US"/>
              <a:t> entre </a:t>
            </a:r>
            <a:r>
              <a:rPr lang="en-US" err="1"/>
              <a:t>mortalité</a:t>
            </a:r>
            <a:r>
              <a:rPr lang="en-US"/>
              <a:t> et </a:t>
            </a:r>
            <a:r>
              <a:rPr lang="en-US" err="1"/>
              <a:t>nombre</a:t>
            </a:r>
            <a:r>
              <a:rPr lang="en-US"/>
              <a:t> de </a:t>
            </a:r>
            <a:r>
              <a:rPr lang="en-US" err="1"/>
              <a:t>médicaments</a:t>
            </a:r>
          </a:p>
          <a:p>
            <a:endParaRPr lang="en-US"/>
          </a:p>
          <a:p>
            <a:pPr marL="171450" indent="-171450">
              <a:buFont typeface="Arial,Sans-Serif"/>
              <a:buChar char="•"/>
            </a:pPr>
            <a:r>
              <a:rPr lang="en-US"/>
              <a:t>La </a:t>
            </a:r>
            <a:r>
              <a:rPr lang="en-US" err="1"/>
              <a:t>courbe</a:t>
            </a:r>
            <a:r>
              <a:rPr lang="en-US"/>
              <a:t> montre </a:t>
            </a:r>
            <a:r>
              <a:rPr lang="en-US" err="1"/>
              <a:t>une</a:t>
            </a:r>
            <a:r>
              <a:rPr lang="en-US"/>
              <a:t> tendance qui </a:t>
            </a:r>
            <a:r>
              <a:rPr lang="en-US" err="1"/>
              <a:t>n’est</a:t>
            </a:r>
            <a:r>
              <a:rPr lang="en-US"/>
              <a:t> pas </a:t>
            </a:r>
            <a:r>
              <a:rPr lang="en-US" err="1"/>
              <a:t>une</a:t>
            </a:r>
            <a:r>
              <a:rPr lang="en-US"/>
              <a:t> droite.</a:t>
            </a:r>
          </a:p>
          <a:p>
            <a:pPr marL="171450" indent="-171450">
              <a:buFont typeface="Arial,Sans-Serif"/>
              <a:buChar char="•"/>
            </a:pPr>
            <a:r>
              <a:rPr lang="en-US"/>
              <a:t>Le coefficient R^2 </a:t>
            </a:r>
            <a:r>
              <a:rPr lang="en-US" err="1"/>
              <a:t>indique</a:t>
            </a:r>
            <a:r>
              <a:rPr lang="en-US"/>
              <a:t> quelle proportion de la variation de la </a:t>
            </a:r>
            <a:r>
              <a:rPr lang="en-US" err="1"/>
              <a:t>mortalité</a:t>
            </a:r>
            <a:r>
              <a:rPr lang="en-US"/>
              <a:t> est </a:t>
            </a:r>
            <a:r>
              <a:rPr lang="en-US" err="1"/>
              <a:t>expliquée</a:t>
            </a:r>
            <a:r>
              <a:rPr lang="en-US"/>
              <a:t> par la </a:t>
            </a:r>
            <a:r>
              <a:rPr lang="en-US" err="1"/>
              <a:t>courbe</a:t>
            </a:r>
          </a:p>
          <a:p>
            <a:pPr marL="171450" indent="-171450">
              <a:buFont typeface="Arial,Sans-Serif"/>
              <a:buChar char="•"/>
            </a:pPr>
            <a:endParaRPr lang="en-US"/>
          </a:p>
          <a:p>
            <a:r>
              <a:rPr lang="en-US"/>
              <a:t>MAIS un </a:t>
            </a:r>
            <a:r>
              <a:rPr lang="en-US" err="1"/>
              <a:t>degré</a:t>
            </a:r>
            <a:r>
              <a:rPr lang="en-US"/>
              <a:t> trop </a:t>
            </a:r>
            <a:r>
              <a:rPr lang="en-US" err="1"/>
              <a:t>élevé</a:t>
            </a:r>
            <a:r>
              <a:rPr lang="en-US"/>
              <a:t> </a:t>
            </a:r>
            <a:r>
              <a:rPr lang="en-US" err="1"/>
              <a:t>peut</a:t>
            </a:r>
            <a:r>
              <a:rPr lang="en-US"/>
              <a:t> </a:t>
            </a:r>
            <a:r>
              <a:rPr lang="en-US" err="1"/>
              <a:t>provoquer</a:t>
            </a:r>
            <a:r>
              <a:rPr lang="en-US"/>
              <a:t> un </a:t>
            </a:r>
            <a:r>
              <a:rPr lang="en-US" err="1"/>
              <a:t>surapprentissage</a:t>
            </a:r>
            <a:r>
              <a:rPr lang="en-US"/>
              <a:t> et des oscillations </a:t>
            </a:r>
            <a:r>
              <a:rPr lang="en-US" err="1"/>
              <a:t>artificielles</a:t>
            </a:r>
            <a:r>
              <a:rPr lang="en-US"/>
              <a:t> de la </a:t>
            </a:r>
            <a:r>
              <a:rPr lang="en-US" err="1"/>
              <a:t>courbe</a:t>
            </a:r>
          </a:p>
          <a:p>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9E3519E5-025F-4B1C-8C8E-E5E4EA4A6412}" type="slidenum">
              <a:rPr lang="fr-CH" smtClean="0"/>
              <a:pPr/>
              <a:t>23</a:t>
            </a:fld>
            <a:endParaRPr lang="fr-CH"/>
          </a:p>
        </p:txBody>
      </p:sp>
    </p:spTree>
    <p:extLst>
      <p:ext uri="{BB962C8B-B14F-4D97-AF65-F5344CB8AC3E}">
        <p14:creationId xmlns:p14="http://schemas.microsoft.com/office/powerpoint/2010/main" val="1285420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une</a:t>
            </a:r>
            <a:r>
              <a:rPr lang="en-US"/>
              <a:t> </a:t>
            </a:r>
            <a:r>
              <a:rPr lang="en-US" err="1"/>
              <a:t>courbe</a:t>
            </a:r>
            <a:r>
              <a:rPr lang="en-US"/>
              <a:t> </a:t>
            </a:r>
            <a:r>
              <a:rPr lang="en-US" err="1"/>
              <a:t>polynomiale</a:t>
            </a:r>
            <a:r>
              <a:rPr lang="en-US"/>
              <a:t> de </a:t>
            </a:r>
            <a:r>
              <a:rPr lang="en-US" err="1"/>
              <a:t>degré</a:t>
            </a:r>
            <a:r>
              <a:rPr lang="en-US"/>
              <a:t> k (par </a:t>
            </a:r>
            <a:r>
              <a:rPr lang="en-US" err="1"/>
              <a:t>exemple</a:t>
            </a:r>
            <a:r>
              <a:rPr lang="en-US"/>
              <a:t> </a:t>
            </a:r>
            <a:r>
              <a:rPr lang="en-US" err="1"/>
              <a:t>quadratique</a:t>
            </a:r>
            <a:r>
              <a:rPr lang="en-US"/>
              <a:t>) pour la </a:t>
            </a:r>
            <a:r>
              <a:rPr lang="en-US" err="1"/>
              <a:t>mortalité</a:t>
            </a:r>
            <a:r>
              <a:rPr lang="en-US"/>
              <a:t> par rapport aux </a:t>
            </a:r>
            <a:r>
              <a:rPr lang="en-US" err="1"/>
              <a:t>médicaments</a:t>
            </a:r>
          </a:p>
          <a:p>
            <a:r>
              <a:rPr lang="en-US"/>
              <a:t>Pour capturer les relations non </a:t>
            </a:r>
            <a:r>
              <a:rPr lang="en-US" err="1"/>
              <a:t>linéaires</a:t>
            </a:r>
            <a:r>
              <a:rPr lang="en-US"/>
              <a:t> entre </a:t>
            </a:r>
            <a:r>
              <a:rPr lang="en-US" err="1"/>
              <a:t>mortalité</a:t>
            </a:r>
            <a:r>
              <a:rPr lang="en-US"/>
              <a:t> et </a:t>
            </a:r>
            <a:r>
              <a:rPr lang="en-US" err="1"/>
              <a:t>nombre</a:t>
            </a:r>
            <a:r>
              <a:rPr lang="en-US"/>
              <a:t> de </a:t>
            </a:r>
            <a:r>
              <a:rPr lang="en-US" err="1"/>
              <a:t>médicaments</a:t>
            </a:r>
          </a:p>
          <a:p>
            <a:endParaRPr lang="en-US"/>
          </a:p>
          <a:p>
            <a:pPr marL="171450" indent="-171450">
              <a:buFont typeface="Arial,Sans-Serif"/>
              <a:buChar char="•"/>
            </a:pPr>
            <a:r>
              <a:rPr lang="en-US"/>
              <a:t>La </a:t>
            </a:r>
            <a:r>
              <a:rPr lang="en-US" err="1"/>
              <a:t>courbe</a:t>
            </a:r>
            <a:r>
              <a:rPr lang="en-US"/>
              <a:t> montre </a:t>
            </a:r>
            <a:r>
              <a:rPr lang="en-US" err="1"/>
              <a:t>une</a:t>
            </a:r>
            <a:r>
              <a:rPr lang="en-US"/>
              <a:t> tendance qui </a:t>
            </a:r>
            <a:r>
              <a:rPr lang="en-US" err="1"/>
              <a:t>n’est</a:t>
            </a:r>
            <a:r>
              <a:rPr lang="en-US"/>
              <a:t> pas </a:t>
            </a:r>
            <a:r>
              <a:rPr lang="en-US" err="1"/>
              <a:t>une</a:t>
            </a:r>
            <a:r>
              <a:rPr lang="en-US"/>
              <a:t> droite.</a:t>
            </a:r>
          </a:p>
          <a:p>
            <a:pPr marL="171450" indent="-171450">
              <a:buFont typeface="Arial,Sans-Serif"/>
              <a:buChar char="•"/>
            </a:pPr>
            <a:r>
              <a:rPr lang="en-US"/>
              <a:t>Le coefficient R^2 </a:t>
            </a:r>
            <a:r>
              <a:rPr lang="en-US" err="1"/>
              <a:t>indique</a:t>
            </a:r>
            <a:r>
              <a:rPr lang="en-US"/>
              <a:t> quelle proportion de la variation de la </a:t>
            </a:r>
            <a:r>
              <a:rPr lang="en-US" err="1"/>
              <a:t>mortalité</a:t>
            </a:r>
            <a:r>
              <a:rPr lang="en-US"/>
              <a:t> est </a:t>
            </a:r>
            <a:r>
              <a:rPr lang="en-US" err="1"/>
              <a:t>expliquée</a:t>
            </a:r>
            <a:r>
              <a:rPr lang="en-US"/>
              <a:t> par la </a:t>
            </a:r>
            <a:r>
              <a:rPr lang="en-US" err="1"/>
              <a:t>courbe</a:t>
            </a:r>
            <a:endParaRPr lang="en-US"/>
          </a:p>
          <a:p>
            <a:pPr marL="171450" indent="-171450">
              <a:buFont typeface="Arial,Sans-Serif"/>
              <a:buChar char="•"/>
            </a:pPr>
            <a:endParaRPr lang="en-US"/>
          </a:p>
          <a:p>
            <a:r>
              <a:rPr lang="en-US"/>
              <a:t>MAIS un </a:t>
            </a:r>
            <a:r>
              <a:rPr lang="en-US" err="1"/>
              <a:t>degré</a:t>
            </a:r>
            <a:r>
              <a:rPr lang="en-US"/>
              <a:t> trop </a:t>
            </a:r>
            <a:r>
              <a:rPr lang="en-US" err="1"/>
              <a:t>élevé</a:t>
            </a:r>
            <a:r>
              <a:rPr lang="en-US"/>
              <a:t> </a:t>
            </a:r>
            <a:r>
              <a:rPr lang="en-US" err="1"/>
              <a:t>peut</a:t>
            </a:r>
            <a:r>
              <a:rPr lang="en-US"/>
              <a:t> </a:t>
            </a:r>
            <a:r>
              <a:rPr lang="en-US" err="1"/>
              <a:t>provoquer</a:t>
            </a:r>
            <a:r>
              <a:rPr lang="en-US"/>
              <a:t> un </a:t>
            </a:r>
            <a:r>
              <a:rPr lang="en-US" err="1"/>
              <a:t>surapprentissage</a:t>
            </a:r>
            <a:r>
              <a:rPr lang="en-US"/>
              <a:t> et des oscillations </a:t>
            </a:r>
            <a:r>
              <a:rPr lang="en-US" err="1"/>
              <a:t>artificielles</a:t>
            </a:r>
            <a:r>
              <a:rPr lang="en-US"/>
              <a:t> de la </a:t>
            </a:r>
            <a:r>
              <a:rPr lang="en-US" err="1"/>
              <a:t>courbe</a:t>
            </a:r>
          </a:p>
          <a:p>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9E3519E5-025F-4B1C-8C8E-E5E4EA4A6412}" type="slidenum">
              <a:rPr lang="fr-CH" smtClean="0"/>
              <a:pPr/>
              <a:t>24</a:t>
            </a:fld>
            <a:endParaRPr lang="fr-CH"/>
          </a:p>
        </p:txBody>
      </p:sp>
    </p:spTree>
    <p:extLst>
      <p:ext uri="{BB962C8B-B14F-4D97-AF65-F5344CB8AC3E}">
        <p14:creationId xmlns:p14="http://schemas.microsoft.com/office/powerpoint/2010/main" val="17546077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une</a:t>
            </a:r>
            <a:r>
              <a:rPr lang="en-US"/>
              <a:t> </a:t>
            </a:r>
            <a:r>
              <a:rPr lang="en-US" err="1"/>
              <a:t>courbe</a:t>
            </a:r>
            <a:r>
              <a:rPr lang="en-US"/>
              <a:t> </a:t>
            </a:r>
            <a:r>
              <a:rPr lang="en-US" err="1"/>
              <a:t>polynomiale</a:t>
            </a:r>
            <a:r>
              <a:rPr lang="en-US"/>
              <a:t> de </a:t>
            </a:r>
            <a:r>
              <a:rPr lang="en-US" err="1"/>
              <a:t>degré</a:t>
            </a:r>
            <a:r>
              <a:rPr lang="en-US"/>
              <a:t> k (par </a:t>
            </a:r>
            <a:r>
              <a:rPr lang="en-US" err="1"/>
              <a:t>exemple</a:t>
            </a:r>
            <a:r>
              <a:rPr lang="en-US"/>
              <a:t> </a:t>
            </a:r>
            <a:r>
              <a:rPr lang="en-US" err="1"/>
              <a:t>quadratique</a:t>
            </a:r>
            <a:r>
              <a:rPr lang="en-US"/>
              <a:t>) pour la </a:t>
            </a:r>
            <a:r>
              <a:rPr lang="en-US" err="1"/>
              <a:t>mortalité</a:t>
            </a:r>
            <a:r>
              <a:rPr lang="en-US"/>
              <a:t> par rapport aux </a:t>
            </a:r>
            <a:r>
              <a:rPr lang="en-US" err="1"/>
              <a:t>médicaments</a:t>
            </a:r>
          </a:p>
          <a:p>
            <a:r>
              <a:rPr lang="en-US"/>
              <a:t>Pour capturer les relations non </a:t>
            </a:r>
            <a:r>
              <a:rPr lang="en-US" err="1"/>
              <a:t>linéaires</a:t>
            </a:r>
            <a:r>
              <a:rPr lang="en-US"/>
              <a:t> entre </a:t>
            </a:r>
            <a:r>
              <a:rPr lang="en-US" err="1"/>
              <a:t>mortalité</a:t>
            </a:r>
            <a:r>
              <a:rPr lang="en-US"/>
              <a:t> et </a:t>
            </a:r>
            <a:r>
              <a:rPr lang="en-US" err="1"/>
              <a:t>nombre</a:t>
            </a:r>
            <a:r>
              <a:rPr lang="en-US"/>
              <a:t> de </a:t>
            </a:r>
            <a:r>
              <a:rPr lang="en-US" err="1"/>
              <a:t>médicaments</a:t>
            </a:r>
          </a:p>
          <a:p>
            <a:endParaRPr lang="en-US"/>
          </a:p>
          <a:p>
            <a:pPr marL="171450" indent="-171450">
              <a:buFont typeface="Arial,Sans-Serif"/>
              <a:buChar char="•"/>
            </a:pPr>
            <a:r>
              <a:rPr lang="en-US"/>
              <a:t>La </a:t>
            </a:r>
            <a:r>
              <a:rPr lang="en-US" err="1"/>
              <a:t>courbe</a:t>
            </a:r>
            <a:r>
              <a:rPr lang="en-US"/>
              <a:t> montre </a:t>
            </a:r>
            <a:r>
              <a:rPr lang="en-US" err="1"/>
              <a:t>une</a:t>
            </a:r>
            <a:r>
              <a:rPr lang="en-US"/>
              <a:t> tendance qui </a:t>
            </a:r>
            <a:r>
              <a:rPr lang="en-US" err="1"/>
              <a:t>n’est</a:t>
            </a:r>
            <a:r>
              <a:rPr lang="en-US"/>
              <a:t> pas </a:t>
            </a:r>
            <a:r>
              <a:rPr lang="en-US" err="1"/>
              <a:t>une</a:t>
            </a:r>
            <a:r>
              <a:rPr lang="en-US"/>
              <a:t> droite.</a:t>
            </a:r>
          </a:p>
          <a:p>
            <a:pPr marL="171450" indent="-171450">
              <a:buFont typeface="Arial,Sans-Serif"/>
              <a:buChar char="•"/>
            </a:pPr>
            <a:r>
              <a:rPr lang="en-US"/>
              <a:t>Le coefficient R^2 </a:t>
            </a:r>
            <a:r>
              <a:rPr lang="en-US" err="1"/>
              <a:t>indique</a:t>
            </a:r>
            <a:r>
              <a:rPr lang="en-US"/>
              <a:t> quelle proportion de la variation de la </a:t>
            </a:r>
            <a:r>
              <a:rPr lang="en-US" err="1"/>
              <a:t>mortalité</a:t>
            </a:r>
            <a:r>
              <a:rPr lang="en-US"/>
              <a:t> est </a:t>
            </a:r>
            <a:r>
              <a:rPr lang="en-US" err="1"/>
              <a:t>expliquée</a:t>
            </a:r>
            <a:r>
              <a:rPr lang="en-US"/>
              <a:t> par la </a:t>
            </a:r>
            <a:r>
              <a:rPr lang="en-US" err="1"/>
              <a:t>courbe</a:t>
            </a:r>
          </a:p>
          <a:p>
            <a:pPr marL="171450" indent="-171450">
              <a:buFont typeface="Arial,Sans-Serif"/>
              <a:buChar char="•"/>
            </a:pPr>
            <a:endParaRPr lang="en-US"/>
          </a:p>
          <a:p>
            <a:r>
              <a:rPr lang="en-US"/>
              <a:t>MAIS un </a:t>
            </a:r>
            <a:r>
              <a:rPr lang="en-US" err="1"/>
              <a:t>degré</a:t>
            </a:r>
            <a:r>
              <a:rPr lang="en-US"/>
              <a:t> trop </a:t>
            </a:r>
            <a:r>
              <a:rPr lang="en-US" err="1"/>
              <a:t>élevé</a:t>
            </a:r>
            <a:r>
              <a:rPr lang="en-US"/>
              <a:t> </a:t>
            </a:r>
            <a:r>
              <a:rPr lang="en-US" err="1"/>
              <a:t>peut</a:t>
            </a:r>
            <a:r>
              <a:rPr lang="en-US"/>
              <a:t> </a:t>
            </a:r>
            <a:r>
              <a:rPr lang="en-US" err="1"/>
              <a:t>provoquer</a:t>
            </a:r>
            <a:r>
              <a:rPr lang="en-US"/>
              <a:t> un </a:t>
            </a:r>
            <a:r>
              <a:rPr lang="en-US" err="1"/>
              <a:t>surapprentissage</a:t>
            </a:r>
            <a:r>
              <a:rPr lang="en-US"/>
              <a:t> et des oscillations </a:t>
            </a:r>
            <a:r>
              <a:rPr lang="en-US" err="1"/>
              <a:t>artificielles</a:t>
            </a:r>
            <a:r>
              <a:rPr lang="en-US"/>
              <a:t> de la </a:t>
            </a:r>
            <a:r>
              <a:rPr lang="en-US" err="1"/>
              <a:t>courbe</a:t>
            </a:r>
          </a:p>
          <a:p>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9E3519E5-025F-4B1C-8C8E-E5E4EA4A6412}" type="slidenum">
              <a:rPr lang="fr-CH" smtClean="0"/>
              <a:pPr/>
              <a:t>25</a:t>
            </a:fld>
            <a:endParaRPr lang="fr-CH"/>
          </a:p>
        </p:txBody>
      </p:sp>
    </p:spTree>
    <p:extLst>
      <p:ext uri="{BB962C8B-B14F-4D97-AF65-F5344CB8AC3E}">
        <p14:creationId xmlns:p14="http://schemas.microsoft.com/office/powerpoint/2010/main" val="2335624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fr-CH" dirty="0"/>
              <a:t>PCA: méthode d’analyse de donnée utilisé pour simplifier un ensemble de données dans le but de simplifier la représentation des données et de réduire la dimensionnalité. (réduction du nombre de variables représentant un problème.</a:t>
            </a:r>
          </a:p>
          <a:p>
            <a:endParaRPr lang="fr-CH" dirty="0"/>
          </a:p>
          <a:p>
            <a:r>
              <a:rPr lang="fr-CH" dirty="0"/>
              <a:t>[</a:t>
            </a:r>
            <a:r>
              <a:rPr lang="fr-CH" dirty="0" err="1"/>
              <a:t>Schema</a:t>
            </a:r>
            <a:r>
              <a:rPr lang="fr-CH" dirty="0"/>
              <a:t> 1]</a:t>
            </a:r>
          </a:p>
          <a:p>
            <a:r>
              <a:rPr lang="fr-FR" dirty="0"/>
              <a:t>Courbes montrant comment le </a:t>
            </a:r>
            <a:r>
              <a:rPr lang="fr-FR" b="1" dirty="0"/>
              <a:t>score PC1 évolue dans le temps</a:t>
            </a:r>
            <a:r>
              <a:rPr lang="fr-FR" dirty="0"/>
              <a:t> pour chaque cause.</a:t>
            </a:r>
          </a:p>
          <a:p>
            <a:r>
              <a:rPr lang="fr-FR" b="1" dirty="0"/>
              <a:t>Axe Y</a:t>
            </a:r>
            <a:r>
              <a:rPr lang="fr-FR" dirty="0"/>
              <a:t> : Score PC1 (profil environnemental)</a:t>
            </a:r>
          </a:p>
          <a:p>
            <a:r>
              <a:rPr lang="fr-FR" b="1" dirty="0"/>
              <a:t>Ligne horizontale à 0</a:t>
            </a:r>
            <a:r>
              <a:rPr lang="fr-FR" dirty="0"/>
              <a:t> : Référence (moyenne)</a:t>
            </a:r>
          </a:p>
          <a:p>
            <a:endParaRPr lang="fr-FR" dirty="0"/>
          </a:p>
          <a:p>
            <a:r>
              <a:rPr lang="fr-FR" b="1" dirty="0"/>
              <a:t>Tendances</a:t>
            </a:r>
            <a:r>
              <a:rPr lang="fr-FR" dirty="0"/>
              <a:t> :</a:t>
            </a:r>
          </a:p>
          <a:p>
            <a:r>
              <a:rPr lang="fr-FR" b="1" dirty="0"/>
              <a:t>Pente descendante</a:t>
            </a:r>
            <a:r>
              <a:rPr lang="fr-FR" dirty="0"/>
              <a:t> → amélioration environnementale</a:t>
            </a:r>
          </a:p>
          <a:p>
            <a:r>
              <a:rPr lang="fr-FR" b="1" dirty="0"/>
              <a:t>Pente ascendante</a:t>
            </a:r>
            <a:r>
              <a:rPr lang="fr-FR" dirty="0"/>
              <a:t> → détérioration environnementale</a:t>
            </a:r>
          </a:p>
          <a:p>
            <a:r>
              <a:rPr lang="fr-FR" b="1" dirty="0"/>
              <a:t>Plateaux</a:t>
            </a:r>
            <a:r>
              <a:rPr lang="fr-FR" dirty="0"/>
              <a:t> → stabilité</a:t>
            </a:r>
          </a:p>
          <a:p>
            <a:r>
              <a:rPr lang="fr-FR" b="1" dirty="0"/>
              <a:t>Pics/creux</a:t>
            </a:r>
            <a:r>
              <a:rPr lang="fr-FR" dirty="0"/>
              <a:t> → événements ponctuels</a:t>
            </a:r>
          </a:p>
          <a:p>
            <a:endParaRPr lang="fr-CH" dirty="0"/>
          </a:p>
          <a:p>
            <a:r>
              <a:rPr lang="fr-FR" dirty="0"/>
              <a:t>Si la courbe "Circulatoire":</a:t>
            </a:r>
          </a:p>
          <a:p>
            <a:r>
              <a:rPr lang="fr-FR" dirty="0"/>
              <a:t>- Commence à +2 en 2000</a:t>
            </a:r>
          </a:p>
          <a:p>
            <a:r>
              <a:rPr lang="fr-FR" dirty="0"/>
              <a:t>- Descend progressivement</a:t>
            </a:r>
          </a:p>
          <a:p>
            <a:r>
              <a:rPr lang="fr-FR" dirty="0"/>
              <a:t>- Finit à -1.5 en 2020</a:t>
            </a:r>
          </a:p>
          <a:p>
            <a:endParaRPr lang="fr-FR" dirty="0"/>
          </a:p>
          <a:p>
            <a:r>
              <a:rPr lang="fr-FR" dirty="0"/>
              <a:t>→ Amélioration continue du profil environnemental lié aux décès circulatoires</a:t>
            </a:r>
          </a:p>
          <a:p>
            <a:r>
              <a:rPr lang="fr-FR" dirty="0"/>
              <a:t>→ En combinant avec le </a:t>
            </a:r>
            <a:r>
              <a:rPr lang="fr-FR" dirty="0" err="1"/>
              <a:t>scatter</a:t>
            </a:r>
            <a:r>
              <a:rPr lang="fr-FR" dirty="0"/>
              <a:t> (R² élevé), cela suggère une baisse des décès</a:t>
            </a:r>
          </a:p>
          <a:p>
            <a:endParaRPr lang="fr-CH" dirty="0"/>
          </a:p>
          <a:p>
            <a:r>
              <a:rPr lang="fr-CH" dirty="0"/>
              <a:t>[</a:t>
            </a:r>
            <a:r>
              <a:rPr lang="fr-CH" dirty="0" err="1"/>
              <a:t>Schema</a:t>
            </a:r>
            <a:r>
              <a:rPr lang="fr-CH" dirty="0"/>
              <a:t> 2]</a:t>
            </a:r>
          </a:p>
          <a:p>
            <a:r>
              <a:rPr lang="fr-FR" dirty="0"/>
              <a:t>4 </a:t>
            </a:r>
            <a:r>
              <a:rPr lang="fr-FR" dirty="0" err="1"/>
              <a:t>subplots</a:t>
            </a:r>
            <a:r>
              <a:rPr lang="fr-FR" dirty="0"/>
              <a:t> (un par cause) montrant </a:t>
            </a:r>
            <a:r>
              <a:rPr lang="fr-FR" b="1" dirty="0"/>
              <a:t>PC1 ET PC2</a:t>
            </a:r>
            <a:r>
              <a:rPr lang="fr-FR" dirty="0"/>
              <a:t> simultanément.</a:t>
            </a:r>
          </a:p>
          <a:p>
            <a:r>
              <a:rPr lang="fr-FR" b="1" dirty="0"/>
              <a:t>Comment le lire ?</a:t>
            </a:r>
          </a:p>
          <a:p>
            <a:r>
              <a:rPr lang="fr-FR" b="1" dirty="0"/>
              <a:t>Ligne pleine</a:t>
            </a:r>
            <a:r>
              <a:rPr lang="fr-FR" dirty="0"/>
              <a:t> : PC1 (dimension principale)</a:t>
            </a:r>
          </a:p>
          <a:p>
            <a:r>
              <a:rPr lang="fr-FR" b="1" dirty="0"/>
              <a:t>Ligne pointillée</a:t>
            </a:r>
            <a:r>
              <a:rPr lang="fr-FR" dirty="0"/>
              <a:t> : PC2 (dimension secondaire)</a:t>
            </a:r>
          </a:p>
          <a:p>
            <a:r>
              <a:rPr lang="fr-FR" b="1" dirty="0"/>
              <a:t>% entre parenthèses</a:t>
            </a:r>
            <a:r>
              <a:rPr lang="fr-FR" dirty="0"/>
              <a:t> : variance expliquée par cette PC</a:t>
            </a:r>
          </a:p>
          <a:p>
            <a:r>
              <a:rPr lang="fr-FR" dirty="0"/>
              <a:t>Si pour "Respiratoire": </a:t>
            </a:r>
          </a:p>
          <a:p>
            <a:pPr marL="171450" indent="-171450">
              <a:buFontTx/>
              <a:buChar char="-"/>
            </a:pPr>
            <a:r>
              <a:rPr lang="fr-FR" dirty="0"/>
              <a:t>PC1 (65%): descend de 2000 à 2020 </a:t>
            </a:r>
          </a:p>
          <a:p>
            <a:pPr marL="171450" indent="-171450">
              <a:buFontTx/>
              <a:buChar char="-"/>
            </a:pPr>
            <a:r>
              <a:rPr lang="fr-FR" dirty="0"/>
              <a:t>PC2 (20%): oscille autour de 0 </a:t>
            </a:r>
          </a:p>
          <a:p>
            <a:pPr marL="0" indent="0">
              <a:buFontTx/>
              <a:buNone/>
            </a:pPr>
            <a:r>
              <a:rPr lang="fr-FR" dirty="0"/>
              <a:t>→ PC1 domine (65% &gt; 20%) </a:t>
            </a:r>
          </a:p>
          <a:p>
            <a:pPr marL="0" indent="0">
              <a:buFontTx/>
              <a:buNone/>
            </a:pPr>
            <a:r>
              <a:rPr lang="fr-FR" dirty="0"/>
              <a:t>→ Tendance principale = amélioration (PC1↓) </a:t>
            </a:r>
          </a:p>
          <a:p>
            <a:pPr marL="0" indent="0">
              <a:buFontTx/>
              <a:buNone/>
            </a:pPr>
            <a:r>
              <a:rPr lang="fr-FR" dirty="0"/>
              <a:t>→ PC2 n'a pas de tendance claire (variations aléatoires?)</a:t>
            </a:r>
          </a:p>
        </p:txBody>
      </p:sp>
      <p:sp>
        <p:nvSpPr>
          <p:cNvPr id="4" name="Slide Number Placeholder 3"/>
          <p:cNvSpPr>
            <a:spLocks noGrp="1"/>
          </p:cNvSpPr>
          <p:nvPr>
            <p:ph type="sldNum" sz="quarter" idx="5"/>
          </p:nvPr>
        </p:nvSpPr>
        <p:spPr/>
        <p:txBody>
          <a:bodyPr/>
          <a:lstStyle/>
          <a:p>
            <a:fld id="{9E3519E5-025F-4B1C-8C8E-E5E4EA4A6412}" type="slidenum">
              <a:rPr lang="fr-CH" smtClean="0"/>
              <a:pPr/>
              <a:t>26</a:t>
            </a:fld>
            <a:endParaRPr lang="fr-CH"/>
          </a:p>
        </p:txBody>
      </p:sp>
    </p:spTree>
    <p:extLst>
      <p:ext uri="{BB962C8B-B14F-4D97-AF65-F5344CB8AC3E}">
        <p14:creationId xmlns:p14="http://schemas.microsoft.com/office/powerpoint/2010/main" val="19688419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fr-CH" dirty="0"/>
              <a:t>[</a:t>
            </a:r>
            <a:r>
              <a:rPr lang="fr-CH" dirty="0" err="1"/>
              <a:t>Schema</a:t>
            </a:r>
            <a:r>
              <a:rPr lang="fr-CH" dirty="0"/>
              <a:t> 1]</a:t>
            </a:r>
          </a:p>
          <a:p>
            <a:r>
              <a:rPr lang="fr-CH" dirty="0"/>
              <a:t>Si années proches = profil environnemental similaire</a:t>
            </a:r>
          </a:p>
          <a:p>
            <a:endParaRPr lang="fr-CH" dirty="0"/>
          </a:p>
          <a:p>
            <a:r>
              <a:rPr lang="fr-CH" dirty="0"/>
              <a:t>Flèche = variable</a:t>
            </a:r>
          </a:p>
          <a:p>
            <a:r>
              <a:rPr lang="fr-CH" dirty="0"/>
              <a:t>Direction = tendance</a:t>
            </a:r>
          </a:p>
          <a:p>
            <a:r>
              <a:rPr lang="fr-CH" dirty="0"/>
              <a:t>Longueur = importance</a:t>
            </a:r>
          </a:p>
          <a:p>
            <a:r>
              <a:rPr lang="fr-CH" dirty="0"/>
              <a:t>Angles: parallèles = corrélées positivement, opposées = corrélées négativement, perpendiculaire = variables indépendantes</a:t>
            </a:r>
          </a:p>
          <a:p>
            <a:endParaRPr lang="fr-CH" dirty="0"/>
          </a:p>
          <a:p>
            <a:r>
              <a:rPr lang="fr-FR" dirty="0"/>
              <a:t>Si vous voyez:</a:t>
            </a:r>
          </a:p>
          <a:p>
            <a:r>
              <a:rPr lang="fr-FR" dirty="0"/>
              <a:t>- PM10 immission et radiation pointent vers la droite (PC1+)</a:t>
            </a:r>
          </a:p>
          <a:p>
            <a:r>
              <a:rPr lang="fr-FR" dirty="0"/>
              <a:t>- Les années 2000-2005 sont à droite</a:t>
            </a:r>
          </a:p>
          <a:p>
            <a:r>
              <a:rPr lang="fr-FR" dirty="0"/>
              <a:t>- Les années 2015-2020 sont à gauche</a:t>
            </a:r>
          </a:p>
          <a:p>
            <a:endParaRPr lang="fr-FR" dirty="0"/>
          </a:p>
          <a:p>
            <a:r>
              <a:rPr lang="fr-FR" dirty="0"/>
              <a:t>→ Interprétation: Les années 2000-2005 avaient plus de pollution/radiation</a:t>
            </a:r>
          </a:p>
          <a:p>
            <a:r>
              <a:rPr lang="fr-FR" dirty="0"/>
              <a:t>→ Il y a eu une amélioration environnementale au fil du temps</a:t>
            </a:r>
          </a:p>
          <a:p>
            <a:endParaRPr lang="fr-FR" dirty="0"/>
          </a:p>
          <a:p>
            <a:r>
              <a:rPr lang="fr-FR" dirty="0"/>
              <a:t>[</a:t>
            </a:r>
            <a:r>
              <a:rPr lang="fr-FR" dirty="0" err="1"/>
              <a:t>Schema</a:t>
            </a:r>
            <a:r>
              <a:rPr lang="fr-FR" dirty="0"/>
              <a:t> 2]</a:t>
            </a:r>
          </a:p>
          <a:p>
            <a:r>
              <a:rPr lang="fr-FR" b="1" dirty="0"/>
              <a:t>Axe X (PC1)</a:t>
            </a:r>
            <a:r>
              <a:rPr lang="fr-FR" dirty="0"/>
              <a:t> : Score du profil environnemental</a:t>
            </a:r>
          </a:p>
          <a:p>
            <a:r>
              <a:rPr lang="fr-FR" dirty="0"/>
              <a:t>Négatif → profil environnemental "type A"</a:t>
            </a:r>
          </a:p>
          <a:p>
            <a:r>
              <a:rPr lang="fr-FR" dirty="0"/>
              <a:t>Positif → profil environnemental "type B"</a:t>
            </a:r>
          </a:p>
          <a:p>
            <a:endParaRPr lang="fr-CH" dirty="0"/>
          </a:p>
          <a:p>
            <a:r>
              <a:rPr lang="fr-FR" b="1" dirty="0"/>
              <a:t>R² = 0.85</a:t>
            </a:r>
            <a:r>
              <a:rPr lang="fr-FR" dirty="0"/>
              <a:t> → PC1 explique 85% de la variance des décès (TRÈS FORT) </a:t>
            </a:r>
          </a:p>
          <a:p>
            <a:r>
              <a:rPr lang="fr-FR" b="1" dirty="0"/>
              <a:t>R² = 0.50</a:t>
            </a:r>
            <a:r>
              <a:rPr lang="fr-FR" dirty="0"/>
              <a:t> → PC1 explique 50% (MODÉRÉ) </a:t>
            </a:r>
          </a:p>
          <a:p>
            <a:r>
              <a:rPr lang="fr-FR" b="1" dirty="0"/>
              <a:t>R² = 0.10</a:t>
            </a:r>
            <a:r>
              <a:rPr lang="fr-FR" dirty="0"/>
              <a:t> → PC1 explique 10% (FAIBLE)</a:t>
            </a:r>
          </a:p>
          <a:p>
            <a:endParaRPr lang="fr-FR" dirty="0"/>
          </a:p>
          <a:p>
            <a:r>
              <a:rPr lang="fr-FR" dirty="0" err="1"/>
              <a:t>Scatter</a:t>
            </a:r>
            <a:r>
              <a:rPr lang="fr-FR" dirty="0"/>
              <a:t> avec: </a:t>
            </a:r>
          </a:p>
          <a:p>
            <a:pPr marL="171450" indent="-171450">
              <a:buFontTx/>
              <a:buChar char="-"/>
            </a:pPr>
            <a:r>
              <a:rPr lang="fr-FR" dirty="0"/>
              <a:t>Points en tendance croissante </a:t>
            </a:r>
          </a:p>
          <a:p>
            <a:pPr marL="171450" indent="-171450">
              <a:buFontTx/>
              <a:buChar char="-"/>
            </a:pPr>
            <a:r>
              <a:rPr lang="fr-FR" dirty="0"/>
              <a:t>R² = 0.78 </a:t>
            </a:r>
          </a:p>
          <a:p>
            <a:pPr marL="171450" indent="-171450">
              <a:buFontTx/>
              <a:buChar char="-"/>
            </a:pPr>
            <a:r>
              <a:rPr lang="fr-FR" dirty="0"/>
              <a:t>Années 2000-2005 en haut à droite</a:t>
            </a:r>
          </a:p>
          <a:p>
            <a:pPr marL="171450" indent="-171450">
              <a:buFontTx/>
              <a:buChar char="-"/>
            </a:pPr>
            <a:r>
              <a:rPr lang="fr-FR" dirty="0"/>
              <a:t>Années 2015-2020 en bas à gauche </a:t>
            </a:r>
          </a:p>
          <a:p>
            <a:pPr marL="0" indent="0">
              <a:buFontTx/>
              <a:buNone/>
            </a:pPr>
            <a:endParaRPr lang="fr-FR" dirty="0"/>
          </a:p>
          <a:p>
            <a:pPr marL="0" indent="0">
              <a:buFontTx/>
              <a:buNone/>
            </a:pPr>
            <a:r>
              <a:rPr lang="fr-FR" dirty="0"/>
              <a:t>→ Les décès sont FORTEMENT liés au profil environnemental (78%)</a:t>
            </a:r>
          </a:p>
          <a:p>
            <a:pPr marL="0" indent="0">
              <a:buFontTx/>
              <a:buNone/>
            </a:pPr>
            <a:r>
              <a:rPr lang="fr-FR" dirty="0"/>
              <a:t>→ Les années avec profil PC1 élevé = plus de décès </a:t>
            </a:r>
          </a:p>
          <a:p>
            <a:pPr marL="0" indent="0">
              <a:buFontTx/>
              <a:buNone/>
            </a:pPr>
            <a:r>
              <a:rPr lang="fr-FR" dirty="0"/>
              <a:t>→ Amélioration temporelle: profil PC1↓ et décès↓</a:t>
            </a:r>
            <a:endParaRPr lang="fr-CH" dirty="0"/>
          </a:p>
        </p:txBody>
      </p:sp>
      <p:sp>
        <p:nvSpPr>
          <p:cNvPr id="4" name="Slide Number Placeholder 3"/>
          <p:cNvSpPr>
            <a:spLocks noGrp="1"/>
          </p:cNvSpPr>
          <p:nvPr>
            <p:ph type="sldNum" sz="quarter" idx="5"/>
          </p:nvPr>
        </p:nvSpPr>
        <p:spPr/>
        <p:txBody>
          <a:bodyPr/>
          <a:lstStyle/>
          <a:p>
            <a:fld id="{9E3519E5-025F-4B1C-8C8E-E5E4EA4A6412}" type="slidenum">
              <a:rPr lang="fr-CH" smtClean="0"/>
              <a:pPr/>
              <a:t>27</a:t>
            </a:fld>
            <a:endParaRPr lang="fr-CH"/>
          </a:p>
        </p:txBody>
      </p:sp>
    </p:spTree>
    <p:extLst>
      <p:ext uri="{BB962C8B-B14F-4D97-AF65-F5344CB8AC3E}">
        <p14:creationId xmlns:p14="http://schemas.microsoft.com/office/powerpoint/2010/main" val="304635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Signe</a:t>
            </a:r>
            <a:r>
              <a:rPr lang="fr-FR" dirty="0"/>
              <a:t> :</a:t>
            </a:r>
          </a:p>
          <a:p>
            <a:r>
              <a:rPr lang="fr-FR" b="1" dirty="0"/>
              <a:t>Barres à droite (+)</a:t>
            </a:r>
            <a:r>
              <a:rPr lang="fr-FR" dirty="0"/>
              <a:t> : variables qui augmentent quand PC1 augmente</a:t>
            </a:r>
          </a:p>
          <a:p>
            <a:r>
              <a:rPr lang="fr-FR" b="1" dirty="0"/>
              <a:t>Barres à gauche (−)</a:t>
            </a:r>
            <a:r>
              <a:rPr lang="fr-FR" dirty="0"/>
              <a:t> : variables qui diminuent quand PC1 augmente</a:t>
            </a:r>
          </a:p>
          <a:p>
            <a:endParaRPr lang="fr-CH" dirty="0"/>
          </a:p>
          <a:p>
            <a:r>
              <a:rPr lang="fr-FR" b="1" dirty="0"/>
              <a:t>Longueur</a:t>
            </a:r>
            <a:r>
              <a:rPr lang="fr-FR" dirty="0"/>
              <a:t> :</a:t>
            </a:r>
          </a:p>
          <a:p>
            <a:r>
              <a:rPr lang="fr-FR" b="1" dirty="0"/>
              <a:t>Plus la barre est longue</a:t>
            </a:r>
            <a:r>
              <a:rPr lang="fr-FR" dirty="0"/>
              <a:t> → plus la variable contribue à PC1</a:t>
            </a:r>
          </a:p>
          <a:p>
            <a:r>
              <a:rPr lang="fr-FR" dirty="0"/>
              <a:t>Valeurs typiques : -0.8 à +0.8</a:t>
            </a:r>
          </a:p>
          <a:p>
            <a:endParaRPr lang="fr-CH" dirty="0"/>
          </a:p>
          <a:p>
            <a:r>
              <a:rPr lang="fr-FR" b="1" dirty="0"/>
              <a:t>Groupes</a:t>
            </a:r>
            <a:r>
              <a:rPr lang="fr-FR" dirty="0"/>
              <a:t> :</a:t>
            </a:r>
          </a:p>
          <a:p>
            <a:r>
              <a:rPr lang="fr-FR" dirty="0"/>
              <a:t>Variables avec le même signe → varient ensemble</a:t>
            </a:r>
          </a:p>
          <a:p>
            <a:r>
              <a:rPr lang="fr-FR" dirty="0"/>
              <a:t>Variables avec signes opposés → relation inverse</a:t>
            </a:r>
          </a:p>
          <a:p>
            <a:endParaRPr lang="fr-CH" dirty="0"/>
          </a:p>
          <a:p>
            <a:r>
              <a:rPr lang="fr-FR" dirty="0"/>
              <a:t>→ PC1 représente un "axe pollution/radiation" → Quand pollution↑ et radiation↑, les médicaments↓ → Possiblement: moins de prescriptions dans les années très polluées ?</a:t>
            </a:r>
          </a:p>
          <a:p>
            <a:endParaRPr lang="fr-FR" dirty="0"/>
          </a:p>
          <a:p>
            <a:r>
              <a:rPr lang="fr-FR" dirty="0"/>
              <a:t>PC2: Identique à PC1, mais pour la </a:t>
            </a:r>
            <a:r>
              <a:rPr lang="fr-FR" b="1" dirty="0"/>
              <a:t>deuxième dimension</a:t>
            </a:r>
            <a:r>
              <a:rPr lang="fr-FR" dirty="0"/>
              <a:t> (variance résiduelle).</a:t>
            </a:r>
          </a:p>
          <a:p>
            <a:endParaRPr lang="fr-FR" dirty="0"/>
          </a:p>
          <a:p>
            <a:r>
              <a:rPr lang="fr-FR" dirty="0"/>
              <a:t>Si PC1 montre: 	Si PC2 montre: </a:t>
            </a:r>
          </a:p>
          <a:p>
            <a:r>
              <a:rPr lang="fr-FR" dirty="0"/>
              <a:t>PM10 émission: +0.7 	PM10 émission: +0.1 </a:t>
            </a:r>
          </a:p>
          <a:p>
            <a:r>
              <a:rPr lang="fr-FR" dirty="0"/>
              <a:t>PM10 immission: +0.6 	PM10 immission: -0.5 </a:t>
            </a:r>
          </a:p>
          <a:p>
            <a:endParaRPr lang="fr-FR" dirty="0"/>
          </a:p>
          <a:p>
            <a:r>
              <a:rPr lang="fr-FR" dirty="0"/>
              <a:t>→ PC1 = "pollution générale" (tous positifs) </a:t>
            </a:r>
          </a:p>
          <a:p>
            <a:r>
              <a:rPr lang="fr-FR" dirty="0"/>
              <a:t>→ PC2 = "contraste émission vs immission" (signes opposés) </a:t>
            </a:r>
          </a:p>
          <a:p>
            <a:r>
              <a:rPr lang="fr-FR" dirty="0"/>
              <a:t>→ PC2 distingue les années où émissions ≠ immissions</a:t>
            </a:r>
            <a:endParaRPr lang="fr-CH" dirty="0"/>
          </a:p>
        </p:txBody>
      </p:sp>
      <p:sp>
        <p:nvSpPr>
          <p:cNvPr id="4" name="Slide Number Placeholder 3"/>
          <p:cNvSpPr>
            <a:spLocks noGrp="1"/>
          </p:cNvSpPr>
          <p:nvPr>
            <p:ph type="sldNum" sz="quarter" idx="5"/>
          </p:nvPr>
        </p:nvSpPr>
        <p:spPr/>
        <p:txBody>
          <a:bodyPr/>
          <a:lstStyle/>
          <a:p>
            <a:fld id="{9E3519E5-025F-4B1C-8C8E-E5E4EA4A6412}" type="slidenum">
              <a:rPr lang="fr-CH" smtClean="0"/>
              <a:pPr/>
              <a:t>28</a:t>
            </a:fld>
            <a:endParaRPr lang="fr-CH"/>
          </a:p>
        </p:txBody>
      </p:sp>
    </p:spTree>
    <p:extLst>
      <p:ext uri="{BB962C8B-B14F-4D97-AF65-F5344CB8AC3E}">
        <p14:creationId xmlns:p14="http://schemas.microsoft.com/office/powerpoint/2010/main" val="1187653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FA481-9684-39E1-EAB8-12F8FCA6D6F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1E825F6-3B8E-2B7A-F747-5CEF1B6F3B94}"/>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1B3AEB6C-AD6D-1EA8-5CFA-22A67F2C0FF4}"/>
              </a:ext>
            </a:extLst>
          </p:cNvPr>
          <p:cNvSpPr>
            <a:spLocks noGrp="1"/>
          </p:cNvSpPr>
          <p:nvPr>
            <p:ph type="body" idx="1"/>
          </p:nvPr>
        </p:nvSpPr>
        <p:spPr/>
        <p:txBody>
          <a:bodyPr/>
          <a:lstStyle/>
          <a:p>
            <a:endParaRPr lang="fr-CH"/>
          </a:p>
        </p:txBody>
      </p:sp>
      <p:sp>
        <p:nvSpPr>
          <p:cNvPr id="4" name="Espace réservé du numéro de diapositive 3">
            <a:extLst>
              <a:ext uri="{FF2B5EF4-FFF2-40B4-BE49-F238E27FC236}">
                <a16:creationId xmlns:a16="http://schemas.microsoft.com/office/drawing/2014/main" id="{E2F0D495-5F27-A0D4-4CAF-844BD0E33127}"/>
              </a:ext>
            </a:extLst>
          </p:cNvPr>
          <p:cNvSpPr>
            <a:spLocks noGrp="1"/>
          </p:cNvSpPr>
          <p:nvPr>
            <p:ph type="sldNum" sz="quarter" idx="5"/>
          </p:nvPr>
        </p:nvSpPr>
        <p:spPr/>
        <p:txBody>
          <a:bodyPr/>
          <a:lstStyle/>
          <a:p>
            <a:fld id="{9E3519E5-025F-4B1C-8C8E-E5E4EA4A6412}" type="slidenum">
              <a:rPr lang="fr-CH" smtClean="0"/>
              <a:pPr/>
              <a:t>29</a:t>
            </a:fld>
            <a:endParaRPr lang="fr-CH"/>
          </a:p>
        </p:txBody>
      </p:sp>
    </p:spTree>
    <p:extLst>
      <p:ext uri="{BB962C8B-B14F-4D97-AF65-F5344CB8AC3E}">
        <p14:creationId xmlns:p14="http://schemas.microsoft.com/office/powerpoint/2010/main" val="6630212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C948B-BAFC-07DE-C657-A6E50326B2A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76D7CB1-D09C-2798-D3CC-65DB1A3CF02E}"/>
              </a:ext>
            </a:extLst>
          </p:cNvPr>
          <p:cNvSpPr>
            <a:spLocks noGrp="1" noRot="1" noChangeAspect="1"/>
          </p:cNvSpPr>
          <p:nvPr>
            <p:ph type="sldImg"/>
          </p:nvPr>
        </p:nvSpPr>
        <p:spPr>
          <a:xfrm>
            <a:off x="138113" y="766763"/>
            <a:ext cx="6823075" cy="3838575"/>
          </a:xfrm>
        </p:spPr>
      </p:sp>
      <p:sp>
        <p:nvSpPr>
          <p:cNvPr id="3" name="Espace réservé des notes 2">
            <a:extLst>
              <a:ext uri="{FF2B5EF4-FFF2-40B4-BE49-F238E27FC236}">
                <a16:creationId xmlns:a16="http://schemas.microsoft.com/office/drawing/2014/main" id="{7DA6A307-4303-59E5-1F50-539CB9BD9725}"/>
              </a:ext>
            </a:extLst>
          </p:cNvPr>
          <p:cNvSpPr>
            <a:spLocks noGrp="1"/>
          </p:cNvSpPr>
          <p:nvPr>
            <p:ph type="body" idx="1"/>
          </p:nvPr>
        </p:nvSpPr>
        <p:spPr/>
        <p:txBody>
          <a:bodyPr/>
          <a:lstStyle/>
          <a:p>
            <a:r>
              <a:rPr lang="fr-CH">
                <a:ea typeface="Calibri"/>
                <a:cs typeface="Calibri"/>
              </a:rPr>
              <a:t>// TODO rajouter les sources</a:t>
            </a:r>
            <a:endParaRPr lang="fr-CH" err="1">
              <a:ea typeface="Calibri"/>
              <a:cs typeface="Calibri"/>
            </a:endParaRPr>
          </a:p>
        </p:txBody>
      </p:sp>
      <p:sp>
        <p:nvSpPr>
          <p:cNvPr id="4" name="Espace réservé du numéro de diapositive 3">
            <a:extLst>
              <a:ext uri="{FF2B5EF4-FFF2-40B4-BE49-F238E27FC236}">
                <a16:creationId xmlns:a16="http://schemas.microsoft.com/office/drawing/2014/main" id="{7508B079-C51B-F8AD-C139-00B64A60C25E}"/>
              </a:ext>
            </a:extLst>
          </p:cNvPr>
          <p:cNvSpPr>
            <a:spLocks noGrp="1"/>
          </p:cNvSpPr>
          <p:nvPr>
            <p:ph type="sldNum" sz="quarter" idx="5"/>
          </p:nvPr>
        </p:nvSpPr>
        <p:spPr/>
        <p:txBody>
          <a:bodyPr/>
          <a:lstStyle/>
          <a:p>
            <a:fld id="{9E3519E5-025F-4B1C-8C8E-E5E4EA4A6412}" type="slidenum">
              <a:rPr lang="fr-CH" smtClean="0"/>
              <a:pPr/>
              <a:t>30</a:t>
            </a:fld>
            <a:endParaRPr lang="fr-CH"/>
          </a:p>
        </p:txBody>
      </p:sp>
    </p:spTree>
    <p:extLst>
      <p:ext uri="{BB962C8B-B14F-4D97-AF65-F5344CB8AC3E}">
        <p14:creationId xmlns:p14="http://schemas.microsoft.com/office/powerpoint/2010/main" val="247593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xemple externe">
    <p:spTree>
      <p:nvGrpSpPr>
        <p:cNvPr id="1" name=""/>
        <p:cNvGrpSpPr/>
        <p:nvPr/>
      </p:nvGrpSpPr>
      <p:grpSpPr>
        <a:xfrm>
          <a:off x="0" y="0"/>
          <a:ext cx="0" cy="0"/>
          <a:chOff x="0" y="0"/>
          <a:chExt cx="0" cy="0"/>
        </a:xfrm>
      </p:grpSpPr>
      <p:sp>
        <p:nvSpPr>
          <p:cNvPr id="7" name="Espace réservé du texte 6"/>
          <p:cNvSpPr>
            <a:spLocks noGrp="1"/>
          </p:cNvSpPr>
          <p:nvPr>
            <p:ph type="body" sz="quarter" idx="13" hasCustomPrompt="1"/>
          </p:nvPr>
        </p:nvSpPr>
        <p:spPr>
          <a:xfrm>
            <a:off x="1007534" y="2420938"/>
            <a:ext cx="10176933" cy="2016125"/>
          </a:xfrm>
        </p:spPr>
        <p:txBody>
          <a:bodyPr>
            <a:normAutofit/>
          </a:bodyPr>
          <a:lstStyle>
            <a:lvl1pPr marL="0" indent="0" algn="l">
              <a:buNone/>
              <a:defRPr sz="7200" baseline="0">
                <a:solidFill>
                  <a:schemeClr val="bg1">
                    <a:lumMod val="50000"/>
                  </a:schemeClr>
                </a:solidFill>
                <a:latin typeface="Century Gothic" panose="020B0502020202020204" pitchFamily="34" charset="0"/>
                <a:ea typeface="Roboto Condensed" pitchFamily="2" charset="0"/>
              </a:defRPr>
            </a:lvl1pPr>
            <a:lvl5pPr>
              <a:defRPr/>
            </a:lvl5pPr>
          </a:lstStyle>
          <a:p>
            <a:pPr lvl="0"/>
            <a:r>
              <a:rPr lang="fr-FR" err="1"/>
              <a:t>Demo</a:t>
            </a:r>
            <a:r>
              <a:rPr lang="fr-FR"/>
              <a:t> </a:t>
            </a:r>
            <a:r>
              <a:rPr lang="fr-FR" err="1"/>
              <a:t>text</a:t>
            </a:r>
            <a:endParaRPr lang="fr-CH"/>
          </a:p>
        </p:txBody>
      </p:sp>
      <p:sp>
        <p:nvSpPr>
          <p:cNvPr id="2" name="Espace réservé de la date 3">
            <a:extLst>
              <a:ext uri="{FF2B5EF4-FFF2-40B4-BE49-F238E27FC236}">
                <a16:creationId xmlns:a16="http://schemas.microsoft.com/office/drawing/2014/main" id="{9BAB171B-C3A4-4557-1E13-20F09DBC3055}"/>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Espace réservé du pied de page 4">
            <a:extLst>
              <a:ext uri="{FF2B5EF4-FFF2-40B4-BE49-F238E27FC236}">
                <a16:creationId xmlns:a16="http://schemas.microsoft.com/office/drawing/2014/main" id="{6E631C47-F2A2-9BB2-DBB1-BE5B1FDF1869}"/>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8" name="Espace réservé du numéro de diapositive 5">
            <a:extLst>
              <a:ext uri="{FF2B5EF4-FFF2-40B4-BE49-F238E27FC236}">
                <a16:creationId xmlns:a16="http://schemas.microsoft.com/office/drawing/2014/main" id="{26F02FD8-6A90-5053-B217-1C484564687A}"/>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83699971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14" name="Espace réservé du titre 1"/>
          <p:cNvSpPr>
            <a:spLocks noGrp="1"/>
          </p:cNvSpPr>
          <p:nvPr>
            <p:ph type="title"/>
          </p:nvPr>
        </p:nvSpPr>
        <p:spPr>
          <a:xfrm>
            <a:off x="241003" y="188641"/>
            <a:ext cx="11673937" cy="1007359"/>
          </a:xfrm>
          <a:prstGeom prst="rect">
            <a:avLst/>
          </a:prstGeom>
        </p:spPr>
        <p:txBody>
          <a:bodyPr vert="horz" lIns="91440" tIns="45720" rIns="91440" bIns="45720" rtlCol="0" anchor="ctr">
            <a:noAutofit/>
          </a:bodyPr>
          <a:lstStyle/>
          <a:p>
            <a:r>
              <a:rPr lang="fr-FR"/>
              <a:t>Modifiez le style du titre</a:t>
            </a:r>
            <a:endParaRPr lang="fr-CH"/>
          </a:p>
        </p:txBody>
      </p:sp>
      <p:sp>
        <p:nvSpPr>
          <p:cNvPr id="23" name="Espace réservé du contenu 22"/>
          <p:cNvSpPr>
            <a:spLocks noGrp="1"/>
          </p:cNvSpPr>
          <p:nvPr>
            <p:ph sz="quarter" idx="10"/>
          </p:nvPr>
        </p:nvSpPr>
        <p:spPr>
          <a:xfrm>
            <a:off x="241004" y="1340768"/>
            <a:ext cx="11687472" cy="492194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5" name="Espace réservé de la date 3">
            <a:extLst>
              <a:ext uri="{FF2B5EF4-FFF2-40B4-BE49-F238E27FC236}">
                <a16:creationId xmlns:a16="http://schemas.microsoft.com/office/drawing/2014/main" id="{7726B9BA-DE2B-EA9E-FA15-D4404E9E5AA3}"/>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Espace réservé du pied de page 4">
            <a:extLst>
              <a:ext uri="{FF2B5EF4-FFF2-40B4-BE49-F238E27FC236}">
                <a16:creationId xmlns:a16="http://schemas.microsoft.com/office/drawing/2014/main" id="{9CD7C1CA-5DDA-E379-EF19-34F7C46C66E3}"/>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7" name="Espace réservé du numéro de diapositive 5">
            <a:extLst>
              <a:ext uri="{FF2B5EF4-FFF2-40B4-BE49-F238E27FC236}">
                <a16:creationId xmlns:a16="http://schemas.microsoft.com/office/drawing/2014/main" id="{6E65DDC2-5C87-092F-F111-65C704A2484F}"/>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354667662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 Notes">
    <p:spTree>
      <p:nvGrpSpPr>
        <p:cNvPr id="1" name=""/>
        <p:cNvGrpSpPr/>
        <p:nvPr/>
      </p:nvGrpSpPr>
      <p:grpSpPr>
        <a:xfrm>
          <a:off x="0" y="0"/>
          <a:ext cx="0" cy="0"/>
          <a:chOff x="0" y="0"/>
          <a:chExt cx="0" cy="0"/>
        </a:xfrm>
      </p:grpSpPr>
      <p:sp>
        <p:nvSpPr>
          <p:cNvPr id="14" name="Espace réservé du titre 1"/>
          <p:cNvSpPr>
            <a:spLocks noGrp="1"/>
          </p:cNvSpPr>
          <p:nvPr>
            <p:ph type="title"/>
          </p:nvPr>
        </p:nvSpPr>
        <p:spPr>
          <a:xfrm>
            <a:off x="241003" y="188641"/>
            <a:ext cx="11692292" cy="1007359"/>
          </a:xfrm>
          <a:prstGeom prst="rect">
            <a:avLst/>
          </a:prstGeom>
        </p:spPr>
        <p:txBody>
          <a:bodyPr vert="horz" lIns="91440" tIns="45720" rIns="91440" bIns="45720" rtlCol="0" anchor="ctr">
            <a:noAutofit/>
          </a:bodyPr>
          <a:lstStyle/>
          <a:p>
            <a:r>
              <a:rPr lang="fr-FR"/>
              <a:t>Modifiez le style du titre</a:t>
            </a:r>
            <a:endParaRPr lang="fr-CH"/>
          </a:p>
        </p:txBody>
      </p:sp>
      <p:sp>
        <p:nvSpPr>
          <p:cNvPr id="23" name="Espace réservé du contenu 22"/>
          <p:cNvSpPr>
            <a:spLocks noGrp="1"/>
          </p:cNvSpPr>
          <p:nvPr>
            <p:ph sz="quarter" idx="10"/>
          </p:nvPr>
        </p:nvSpPr>
        <p:spPr>
          <a:xfrm>
            <a:off x="240920" y="1340768"/>
            <a:ext cx="11705931" cy="492194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8" name="Rectangle 7">
            <a:extLst>
              <a:ext uri="{FF2B5EF4-FFF2-40B4-BE49-F238E27FC236}">
                <a16:creationId xmlns:a16="http://schemas.microsoft.com/office/drawing/2014/main" id="{A82D1D95-DBC2-4B4A-A24B-91EAEFF949AF}"/>
              </a:ext>
            </a:extLst>
          </p:cNvPr>
          <p:cNvSpPr/>
          <p:nvPr userDrawn="1"/>
        </p:nvSpPr>
        <p:spPr>
          <a:xfrm>
            <a:off x="11825295" y="188641"/>
            <a:ext cx="108000" cy="108000"/>
          </a:xfrm>
          <a:prstGeom prst="rect">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vert="horz" wrap="square" lIns="90000" rIns="90000" rtlCol="0" anchor="ctr" anchorCtr="1">
            <a:spAutoFit/>
          </a:bodyPr>
          <a:lstStyle/>
          <a:p>
            <a:pPr marL="383322" marR="0" lvl="0" indent="-293764" algn="ctr" defTabSz="914400" rtl="0" eaLnBrk="1" fontAlgn="auto" latinLnBrk="0" hangingPunct="1">
              <a:lnSpc>
                <a:spcPct val="100000"/>
              </a:lnSpc>
              <a:spcBef>
                <a:spcPts val="0"/>
              </a:spcBef>
              <a:spcAft>
                <a:spcPts val="0"/>
              </a:spcAft>
              <a:buClrTx/>
              <a:buSzPct val="45000"/>
              <a:buFontTx/>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endParaRPr kumimoji="0" lang="fr-CH" sz="2000" b="1" i="0" u="none" strike="noStrike" kern="1200" cap="none" spc="0" normalizeH="0" baseline="0" noProof="0" err="1">
              <a:ln>
                <a:noFill/>
              </a:ln>
              <a:solidFill>
                <a:srgbClr val="7030A0"/>
              </a:solidFill>
              <a:effectLst/>
              <a:uLnTx/>
              <a:uFillTx/>
              <a:latin typeface="Consolas" pitchFamily="49" charset="0"/>
              <a:ea typeface="+mn-ea"/>
              <a:cs typeface="+mn-cs"/>
            </a:endParaRPr>
          </a:p>
        </p:txBody>
      </p:sp>
      <p:sp>
        <p:nvSpPr>
          <p:cNvPr id="5" name="Espace réservé de la date 3">
            <a:extLst>
              <a:ext uri="{FF2B5EF4-FFF2-40B4-BE49-F238E27FC236}">
                <a16:creationId xmlns:a16="http://schemas.microsoft.com/office/drawing/2014/main" id="{1403E228-B215-2F68-3633-1BE08E253069}"/>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Espace réservé du pied de page 4">
            <a:extLst>
              <a:ext uri="{FF2B5EF4-FFF2-40B4-BE49-F238E27FC236}">
                <a16:creationId xmlns:a16="http://schemas.microsoft.com/office/drawing/2014/main" id="{B35D44ED-7585-AB11-FA87-39F627933CAE}"/>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7" name="Espace réservé du numéro de diapositive 5">
            <a:extLst>
              <a:ext uri="{FF2B5EF4-FFF2-40B4-BE49-F238E27FC236}">
                <a16:creationId xmlns:a16="http://schemas.microsoft.com/office/drawing/2014/main" id="{23B0277F-C350-AE04-D9D0-88730D51619F}"/>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87419800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WS">
    <p:spTree>
      <p:nvGrpSpPr>
        <p:cNvPr id="1" name=""/>
        <p:cNvGrpSpPr/>
        <p:nvPr/>
      </p:nvGrpSpPr>
      <p:grpSpPr>
        <a:xfrm>
          <a:off x="0" y="0"/>
          <a:ext cx="0" cy="0"/>
          <a:chOff x="0" y="0"/>
          <a:chExt cx="0" cy="0"/>
        </a:xfrm>
      </p:grpSpPr>
      <p:sp>
        <p:nvSpPr>
          <p:cNvPr id="14" name="Espace réservé du titre 1"/>
          <p:cNvSpPr>
            <a:spLocks noGrp="1"/>
          </p:cNvSpPr>
          <p:nvPr>
            <p:ph type="title"/>
          </p:nvPr>
        </p:nvSpPr>
        <p:spPr>
          <a:xfrm>
            <a:off x="241003" y="188641"/>
            <a:ext cx="11692292" cy="1007359"/>
          </a:xfrm>
          <a:prstGeom prst="rect">
            <a:avLst/>
          </a:prstGeom>
        </p:spPr>
        <p:txBody>
          <a:bodyPr vert="horz" lIns="91440" tIns="45720" rIns="91440" bIns="45720" rtlCol="0" anchor="ctr">
            <a:noAutofit/>
          </a:bodyPr>
          <a:lstStyle/>
          <a:p>
            <a:r>
              <a:rPr lang="fr-FR"/>
              <a:t>Modifiez le style du titre</a:t>
            </a:r>
            <a:endParaRPr lang="fr-CH"/>
          </a:p>
        </p:txBody>
      </p:sp>
      <p:sp>
        <p:nvSpPr>
          <p:cNvPr id="23" name="Espace réservé du contenu 22"/>
          <p:cNvSpPr>
            <a:spLocks noGrp="1"/>
          </p:cNvSpPr>
          <p:nvPr>
            <p:ph sz="quarter" idx="10"/>
          </p:nvPr>
        </p:nvSpPr>
        <p:spPr>
          <a:xfrm>
            <a:off x="240920" y="1340768"/>
            <a:ext cx="11705931" cy="492194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8" name="Rectangle 7">
            <a:extLst>
              <a:ext uri="{FF2B5EF4-FFF2-40B4-BE49-F238E27FC236}">
                <a16:creationId xmlns:a16="http://schemas.microsoft.com/office/drawing/2014/main" id="{A82D1D95-DBC2-4B4A-A24B-91EAEFF949AF}"/>
              </a:ext>
            </a:extLst>
          </p:cNvPr>
          <p:cNvSpPr/>
          <p:nvPr userDrawn="1"/>
        </p:nvSpPr>
        <p:spPr>
          <a:xfrm>
            <a:off x="11825295" y="188641"/>
            <a:ext cx="108000" cy="108000"/>
          </a:xfrm>
          <a:prstGeom prst="rect">
            <a:avLst/>
          </a:prstGeom>
          <a:solidFill>
            <a:srgbClr val="0070C0"/>
          </a:solidFill>
          <a:ln>
            <a:noFill/>
          </a:ln>
        </p:spPr>
        <p:style>
          <a:lnRef idx="2">
            <a:schemeClr val="accent6">
              <a:shade val="50000"/>
            </a:schemeClr>
          </a:lnRef>
          <a:fillRef idx="1">
            <a:schemeClr val="accent6"/>
          </a:fillRef>
          <a:effectRef idx="0">
            <a:schemeClr val="accent6"/>
          </a:effectRef>
          <a:fontRef idx="minor">
            <a:schemeClr val="lt1"/>
          </a:fontRef>
        </p:style>
        <p:txBody>
          <a:bodyPr vert="horz" wrap="square" lIns="90000" rIns="90000" rtlCol="0" anchor="ctr" anchorCtr="1">
            <a:spAutoFit/>
          </a:bodyPr>
          <a:lstStyle/>
          <a:p>
            <a:pPr marL="383322" marR="0" lvl="0" indent="-293764" algn="ctr" defTabSz="914400" rtl="0" eaLnBrk="1" fontAlgn="auto" latinLnBrk="0" hangingPunct="1">
              <a:lnSpc>
                <a:spcPct val="100000"/>
              </a:lnSpc>
              <a:spcBef>
                <a:spcPts val="0"/>
              </a:spcBef>
              <a:spcAft>
                <a:spcPts val="0"/>
              </a:spcAft>
              <a:buClrTx/>
              <a:buSzPct val="45000"/>
              <a:buFontTx/>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endParaRPr kumimoji="0" lang="fr-CH" sz="2000" b="1" i="0" u="none" strike="noStrike" kern="1200" cap="none" spc="0" normalizeH="0" baseline="0" noProof="0" err="1">
              <a:ln>
                <a:noFill/>
              </a:ln>
              <a:solidFill>
                <a:srgbClr val="7030A0"/>
              </a:solidFill>
              <a:effectLst/>
              <a:uLnTx/>
              <a:uFillTx/>
              <a:latin typeface="Consolas" pitchFamily="49" charset="0"/>
              <a:ea typeface="+mn-ea"/>
              <a:cs typeface="+mn-cs"/>
            </a:endParaRPr>
          </a:p>
        </p:txBody>
      </p:sp>
      <p:sp>
        <p:nvSpPr>
          <p:cNvPr id="5" name="Espace réservé de la date 3">
            <a:extLst>
              <a:ext uri="{FF2B5EF4-FFF2-40B4-BE49-F238E27FC236}">
                <a16:creationId xmlns:a16="http://schemas.microsoft.com/office/drawing/2014/main" id="{1403E228-B215-2F68-3633-1BE08E253069}"/>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Espace réservé du pied de page 4">
            <a:extLst>
              <a:ext uri="{FF2B5EF4-FFF2-40B4-BE49-F238E27FC236}">
                <a16:creationId xmlns:a16="http://schemas.microsoft.com/office/drawing/2014/main" id="{B35D44ED-7585-AB11-FA87-39F627933CAE}"/>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7" name="Espace réservé du numéro de diapositive 5">
            <a:extLst>
              <a:ext uri="{FF2B5EF4-FFF2-40B4-BE49-F238E27FC236}">
                <a16:creationId xmlns:a16="http://schemas.microsoft.com/office/drawing/2014/main" id="{23B0277F-C350-AE04-D9D0-88730D51619F}"/>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2664404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963084" y="4406901"/>
            <a:ext cx="10363200" cy="1362075"/>
          </a:xfrm>
        </p:spPr>
        <p:txBody>
          <a:bodyPr anchor="t"/>
          <a:lstStyle>
            <a:lvl1pPr algn="l">
              <a:defRPr sz="4000" b="1" cap="all"/>
            </a:lvl1pPr>
          </a:lstStyle>
          <a:p>
            <a:r>
              <a:rPr lang="fr-FR"/>
              <a:t>1. Modifiez le style du titre</a:t>
            </a:r>
            <a:endParaRPr lang="fr-CH"/>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7" name="Espace réservé de la date 3">
            <a:extLst>
              <a:ext uri="{FF2B5EF4-FFF2-40B4-BE49-F238E27FC236}">
                <a16:creationId xmlns:a16="http://schemas.microsoft.com/office/drawing/2014/main" id="{C656BEB2-180A-C8F7-9BB2-C8699FD07CE3}"/>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8" name="Espace réservé du pied de page 4">
            <a:extLst>
              <a:ext uri="{FF2B5EF4-FFF2-40B4-BE49-F238E27FC236}">
                <a16:creationId xmlns:a16="http://schemas.microsoft.com/office/drawing/2014/main" id="{63618DB3-1908-6999-9A6D-FAFA9781C2D9}"/>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9" name="Espace réservé du numéro de diapositive 5">
            <a:extLst>
              <a:ext uri="{FF2B5EF4-FFF2-40B4-BE49-F238E27FC236}">
                <a16:creationId xmlns:a16="http://schemas.microsoft.com/office/drawing/2014/main" id="{FE671695-BB8A-B4E3-0D1D-5DEA929D63FB}"/>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425891826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H"/>
          </a:p>
        </p:txBody>
      </p:sp>
      <p:sp>
        <p:nvSpPr>
          <p:cNvPr id="3" name="Espace réservé du contenu 2"/>
          <p:cNvSpPr>
            <a:spLocks noGrp="1"/>
          </p:cNvSpPr>
          <p:nvPr>
            <p:ph sz="half" idx="1"/>
          </p:nvPr>
        </p:nvSpPr>
        <p:spPr>
          <a:xfrm>
            <a:off x="241003" y="1600201"/>
            <a:ext cx="5753397"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u contenu 3"/>
          <p:cNvSpPr>
            <a:spLocks noGrp="1"/>
          </p:cNvSpPr>
          <p:nvPr>
            <p:ph sz="half" idx="2"/>
          </p:nvPr>
        </p:nvSpPr>
        <p:spPr>
          <a:xfrm>
            <a:off x="6197600" y="1600201"/>
            <a:ext cx="5735924"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8" name="Espace réservé de la date 3">
            <a:extLst>
              <a:ext uri="{FF2B5EF4-FFF2-40B4-BE49-F238E27FC236}">
                <a16:creationId xmlns:a16="http://schemas.microsoft.com/office/drawing/2014/main" id="{1142E14E-0E00-7ABA-D9F4-7CDB0ACA0953}"/>
              </a:ext>
            </a:extLst>
          </p:cNvPr>
          <p:cNvSpPr>
            <a:spLocks noGrp="1"/>
          </p:cNvSpPr>
          <p:nvPr>
            <p:ph type="dt" sz="half" idx="10"/>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9" name="Espace réservé du pied de page 4">
            <a:extLst>
              <a:ext uri="{FF2B5EF4-FFF2-40B4-BE49-F238E27FC236}">
                <a16:creationId xmlns:a16="http://schemas.microsoft.com/office/drawing/2014/main" id="{4DA66138-192B-D3AD-9DEF-8AC4CB69A260}"/>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10" name="Espace réservé du numéro de diapositive 5">
            <a:extLst>
              <a:ext uri="{FF2B5EF4-FFF2-40B4-BE49-F238E27FC236}">
                <a16:creationId xmlns:a16="http://schemas.microsoft.com/office/drawing/2014/main" id="{7614A7C1-6CCB-8716-B8FA-38C157D439E9}"/>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13265980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endParaRPr lang="fr-CH"/>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10" name="Espace réservé de la date 3">
            <a:extLst>
              <a:ext uri="{FF2B5EF4-FFF2-40B4-BE49-F238E27FC236}">
                <a16:creationId xmlns:a16="http://schemas.microsoft.com/office/drawing/2014/main" id="{57BBE351-0483-947B-013F-B7EAE02FE4A6}"/>
              </a:ext>
            </a:extLst>
          </p:cNvPr>
          <p:cNvSpPr>
            <a:spLocks noGrp="1"/>
          </p:cNvSpPr>
          <p:nvPr>
            <p:ph type="dt" sz="half" idx="10"/>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1" name="Espace réservé du pied de page 4">
            <a:extLst>
              <a:ext uri="{FF2B5EF4-FFF2-40B4-BE49-F238E27FC236}">
                <a16:creationId xmlns:a16="http://schemas.microsoft.com/office/drawing/2014/main" id="{77014DB8-3788-828D-4C36-178E3A58C091}"/>
              </a:ext>
            </a:extLst>
          </p:cNvPr>
          <p:cNvSpPr>
            <a:spLocks noGrp="1"/>
          </p:cNvSpPr>
          <p:nvPr>
            <p:ph type="ftr" sz="quarter" idx="11"/>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12" name="Espace réservé du numéro de diapositive 5">
            <a:extLst>
              <a:ext uri="{FF2B5EF4-FFF2-40B4-BE49-F238E27FC236}">
                <a16:creationId xmlns:a16="http://schemas.microsoft.com/office/drawing/2014/main" id="{556BE6F4-0277-69C2-B65D-E415DC90BB79}"/>
              </a:ext>
            </a:extLst>
          </p:cNvPr>
          <p:cNvSpPr>
            <a:spLocks noGrp="1"/>
          </p:cNvSpPr>
          <p:nvPr>
            <p:ph type="sldNum" sz="quarter" idx="12"/>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90302556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31371" y="332656"/>
            <a:ext cx="11329259" cy="792088"/>
          </a:xfrm>
        </p:spPr>
        <p:txBody>
          <a:bodyPr/>
          <a:lstStyle/>
          <a:p>
            <a:r>
              <a:rPr lang="fr-FR"/>
              <a:t>Modifiez le style du titre</a:t>
            </a:r>
            <a:endParaRPr lang="fr-CH"/>
          </a:p>
        </p:txBody>
      </p:sp>
      <p:sp>
        <p:nvSpPr>
          <p:cNvPr id="6" name="Espace réservé de la date 3">
            <a:extLst>
              <a:ext uri="{FF2B5EF4-FFF2-40B4-BE49-F238E27FC236}">
                <a16:creationId xmlns:a16="http://schemas.microsoft.com/office/drawing/2014/main" id="{B46E37FB-28C4-8D62-2680-029171FE9B1A}"/>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pied de page 4">
            <a:extLst>
              <a:ext uri="{FF2B5EF4-FFF2-40B4-BE49-F238E27FC236}">
                <a16:creationId xmlns:a16="http://schemas.microsoft.com/office/drawing/2014/main" id="{8C462E7F-1B50-6FB3-7AB7-4F4618AAE3A2}"/>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8" name="Espace réservé du numéro de diapositive 5">
            <a:extLst>
              <a:ext uri="{FF2B5EF4-FFF2-40B4-BE49-F238E27FC236}">
                <a16:creationId xmlns:a16="http://schemas.microsoft.com/office/drawing/2014/main" id="{5019A203-79EE-80D4-80BB-FFD8BAEE4EB2}"/>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37770149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Espace réservé de la date 3">
            <a:extLst>
              <a:ext uri="{FF2B5EF4-FFF2-40B4-BE49-F238E27FC236}">
                <a16:creationId xmlns:a16="http://schemas.microsoft.com/office/drawing/2014/main" id="{5E17B71C-EE35-1613-EC9A-D1ECE65899DD}"/>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Espace réservé du pied de page 4">
            <a:extLst>
              <a:ext uri="{FF2B5EF4-FFF2-40B4-BE49-F238E27FC236}">
                <a16:creationId xmlns:a16="http://schemas.microsoft.com/office/drawing/2014/main" id="{422B0DF6-21E2-575C-75AF-2B4CE252721C}"/>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7" name="Espace réservé du numéro de diapositive 5">
            <a:extLst>
              <a:ext uri="{FF2B5EF4-FFF2-40B4-BE49-F238E27FC236}">
                <a16:creationId xmlns:a16="http://schemas.microsoft.com/office/drawing/2014/main" id="{8A8D04BB-8DB8-F380-9DCC-28A242A1154A}"/>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559117502"/>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nchor="b"/>
          <a:lstStyle>
            <a:lvl1pPr algn="l">
              <a:defRPr sz="2000" b="1"/>
            </a:lvl1pPr>
          </a:lstStyle>
          <a:p>
            <a:r>
              <a:rPr lang="fr-FR"/>
              <a:t>Modifiez le style du titre</a:t>
            </a:r>
            <a:endParaRPr lang="fr-CH"/>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Century Gothic"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Century Gothic" pitchFamily="34" charset="0"/>
              <a:ea typeface="Open Sans Light" panose="020B0306030504020204" pitchFamily="34" charset="0"/>
              <a:cs typeface="Open Sans Light" panose="020B0306030504020204" pitchFamily="34" charset="0"/>
            </a:endParaRPr>
          </a:p>
        </p:txBody>
      </p:sp>
      <p:sp>
        <p:nvSpPr>
          <p:cNvPr id="6" name="Espace réservé du pied de page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Century Gothic" pitchFamily="34" charset="0"/>
                <a:ea typeface="Open Sans Light" panose="020B0306030504020204" pitchFamily="34" charset="0"/>
                <a:cs typeface="Open Sans Light" panose="020B0306030504020204" pitchFamily="34" charset="0"/>
              </a:rPr>
              <a:t>1. Demo course</a:t>
            </a:r>
            <a:endParaRPr kumimoji="0" lang="fr-CH" sz="1000" b="0" i="0" u="none" strike="noStrike" kern="1200" cap="none" spc="0" normalizeH="0" baseline="0" noProof="0">
              <a:ln>
                <a:noFill/>
              </a:ln>
              <a:solidFill>
                <a:prstClr val="black">
                  <a:lumMod val="65000"/>
                  <a:lumOff val="35000"/>
                </a:prstClr>
              </a:solidFill>
              <a:effectLst/>
              <a:uLnTx/>
              <a:uFillTx/>
              <a:latin typeface="Century Gothic" pitchFamily="34" charset="0"/>
              <a:ea typeface="Open Sans Light" panose="020B0306030504020204" pitchFamily="34" charset="0"/>
              <a:cs typeface="Open Sans Light" panose="020B0306030504020204" pitchFamily="34" charset="0"/>
            </a:endParaRPr>
          </a:p>
        </p:txBody>
      </p:sp>
      <p:sp>
        <p:nvSpPr>
          <p:cNvPr id="7" name="Espace réservé du numéro de diapositive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Century Gothic"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Century Gothic"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69637688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a:t>Modifiez le style du titre</a:t>
            </a:r>
            <a:endParaRPr lang="fr-CH"/>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fr-CH"/>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8" name="Espace réservé de la date 3">
            <a:extLst>
              <a:ext uri="{FF2B5EF4-FFF2-40B4-BE49-F238E27FC236}">
                <a16:creationId xmlns:a16="http://schemas.microsoft.com/office/drawing/2014/main" id="{A6D42AA8-4474-229D-9126-17DD8CA4AB87}"/>
              </a:ext>
            </a:extLst>
          </p:cNvPr>
          <p:cNvSpPr>
            <a:spLocks noGrp="1"/>
          </p:cNvSpPr>
          <p:nvPr>
            <p:ph type="dt" sz="half" idx="10"/>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9" name="Espace réservé du pied de page 4">
            <a:extLst>
              <a:ext uri="{FF2B5EF4-FFF2-40B4-BE49-F238E27FC236}">
                <a16:creationId xmlns:a16="http://schemas.microsoft.com/office/drawing/2014/main" id="{15129224-2931-BC25-602B-D7EC62AEDA2A}"/>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10" name="Espace réservé du numéro de diapositive 5">
            <a:extLst>
              <a:ext uri="{FF2B5EF4-FFF2-40B4-BE49-F238E27FC236}">
                <a16:creationId xmlns:a16="http://schemas.microsoft.com/office/drawing/2014/main" id="{233307E3-26A1-8A9E-389D-215E4F05A75B}"/>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36276369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H"/>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7" name="Espace réservé de la date 3">
            <a:extLst>
              <a:ext uri="{FF2B5EF4-FFF2-40B4-BE49-F238E27FC236}">
                <a16:creationId xmlns:a16="http://schemas.microsoft.com/office/drawing/2014/main" id="{AEE743D1-2C61-A07D-9920-13DAB7B7911A}"/>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8" name="Espace réservé du pied de page 4">
            <a:extLst>
              <a:ext uri="{FF2B5EF4-FFF2-40B4-BE49-F238E27FC236}">
                <a16:creationId xmlns:a16="http://schemas.microsoft.com/office/drawing/2014/main" id="{2E122256-3D88-D1A1-F578-340CF4388F9B}"/>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9" name="Espace réservé du numéro de diapositive 5">
            <a:extLst>
              <a:ext uri="{FF2B5EF4-FFF2-40B4-BE49-F238E27FC236}">
                <a16:creationId xmlns:a16="http://schemas.microsoft.com/office/drawing/2014/main" id="{8C4E9F1C-4045-7039-DD98-337201C2C877}"/>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65571817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274639"/>
            <a:ext cx="2743200" cy="5851525"/>
          </a:xfrm>
        </p:spPr>
        <p:txBody>
          <a:bodyPr vert="eaVert"/>
          <a:lstStyle/>
          <a:p>
            <a:r>
              <a:rPr lang="fr-FR"/>
              <a:t>Modifiez le style du titre</a:t>
            </a:r>
            <a:endParaRPr lang="fr-CH"/>
          </a:p>
        </p:txBody>
      </p:sp>
      <p:sp>
        <p:nvSpPr>
          <p:cNvPr id="3" name="Espace réservé du texte vertical 2"/>
          <p:cNvSpPr>
            <a:spLocks noGrp="1"/>
          </p:cNvSpPr>
          <p:nvPr>
            <p:ph type="body" orient="vert" idx="1"/>
          </p:nvPr>
        </p:nvSpPr>
        <p:spPr>
          <a:xfrm>
            <a:off x="609600" y="274639"/>
            <a:ext cx="80264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7" name="Espace réservé de la date 3">
            <a:extLst>
              <a:ext uri="{FF2B5EF4-FFF2-40B4-BE49-F238E27FC236}">
                <a16:creationId xmlns:a16="http://schemas.microsoft.com/office/drawing/2014/main" id="{BA34519D-2FD7-CB22-D470-8D498335AB58}"/>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8" name="Espace réservé du pied de page 4">
            <a:extLst>
              <a:ext uri="{FF2B5EF4-FFF2-40B4-BE49-F238E27FC236}">
                <a16:creationId xmlns:a16="http://schemas.microsoft.com/office/drawing/2014/main" id="{533F5B0F-7697-EF15-F026-3C49AA025634}"/>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9" name="Espace réservé du numéro de diapositive 5">
            <a:extLst>
              <a:ext uri="{FF2B5EF4-FFF2-40B4-BE49-F238E27FC236}">
                <a16:creationId xmlns:a16="http://schemas.microsoft.com/office/drawing/2014/main" id="{779B7E0C-374B-4F6F-633B-F4DB3248CFA7}"/>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9362703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a:xfrm>
            <a:off x="335360" y="188640"/>
            <a:ext cx="11523741" cy="792088"/>
          </a:xfrm>
        </p:spPr>
        <p:txBody>
          <a:bodyPr/>
          <a:lstStyle/>
          <a:p>
            <a:r>
              <a:rPr lang="fr-FR"/>
              <a:t>Modifiez le style du titre</a:t>
            </a:r>
            <a:endParaRPr lang="fr-CH"/>
          </a:p>
        </p:txBody>
      </p:sp>
      <p:sp>
        <p:nvSpPr>
          <p:cNvPr id="6" name="Espace réservé de la date 3">
            <a:extLst>
              <a:ext uri="{FF2B5EF4-FFF2-40B4-BE49-F238E27FC236}">
                <a16:creationId xmlns:a16="http://schemas.microsoft.com/office/drawing/2014/main" id="{FC3937F0-C33D-2B51-679F-7A27A81A4CEA}"/>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pied de page 4">
            <a:extLst>
              <a:ext uri="{FF2B5EF4-FFF2-40B4-BE49-F238E27FC236}">
                <a16:creationId xmlns:a16="http://schemas.microsoft.com/office/drawing/2014/main" id="{E10A22BA-24E0-84FB-8ABB-B553D6FE1332}"/>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8" name="Espace réservé du numéro de diapositive 5">
            <a:extLst>
              <a:ext uri="{FF2B5EF4-FFF2-40B4-BE49-F238E27FC236}">
                <a16:creationId xmlns:a16="http://schemas.microsoft.com/office/drawing/2014/main" id="{95DD96A9-C072-6A50-E9CA-7B0F58E1B2A2}"/>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74811757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re et contenu_ex">
    <p:spTree>
      <p:nvGrpSpPr>
        <p:cNvPr id="1" name=""/>
        <p:cNvGrpSpPr/>
        <p:nvPr/>
      </p:nvGrpSpPr>
      <p:grpSpPr>
        <a:xfrm>
          <a:off x="0" y="0"/>
          <a:ext cx="0" cy="0"/>
          <a:chOff x="0" y="0"/>
          <a:chExt cx="0" cy="0"/>
        </a:xfrm>
      </p:grpSpPr>
      <p:sp>
        <p:nvSpPr>
          <p:cNvPr id="14" name="Espace réservé du titre 1"/>
          <p:cNvSpPr>
            <a:spLocks noGrp="1"/>
          </p:cNvSpPr>
          <p:nvPr>
            <p:ph type="title"/>
          </p:nvPr>
        </p:nvSpPr>
        <p:spPr>
          <a:xfrm>
            <a:off x="241003" y="188641"/>
            <a:ext cx="11692292" cy="1007359"/>
          </a:xfrm>
          <a:prstGeom prst="rect">
            <a:avLst/>
          </a:prstGeom>
        </p:spPr>
        <p:txBody>
          <a:bodyPr vert="horz" lIns="91440" tIns="45720" rIns="91440" bIns="45720" rtlCol="0" anchor="ctr">
            <a:noAutofit/>
          </a:bodyPr>
          <a:lstStyle/>
          <a:p>
            <a:r>
              <a:rPr lang="fr-FR"/>
              <a:t>Modifiez le style du titre</a:t>
            </a:r>
            <a:endParaRPr lang="fr-CH"/>
          </a:p>
        </p:txBody>
      </p:sp>
      <p:sp>
        <p:nvSpPr>
          <p:cNvPr id="23" name="Espace réservé du contenu 22"/>
          <p:cNvSpPr>
            <a:spLocks noGrp="1"/>
          </p:cNvSpPr>
          <p:nvPr>
            <p:ph sz="quarter" idx="10"/>
          </p:nvPr>
        </p:nvSpPr>
        <p:spPr>
          <a:xfrm>
            <a:off x="240920" y="1340768"/>
            <a:ext cx="11705931" cy="492194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8" name="Rectangle 7">
            <a:extLst>
              <a:ext uri="{FF2B5EF4-FFF2-40B4-BE49-F238E27FC236}">
                <a16:creationId xmlns:a16="http://schemas.microsoft.com/office/drawing/2014/main" id="{A82D1D95-DBC2-4B4A-A24B-91EAEFF949AF}"/>
              </a:ext>
            </a:extLst>
          </p:cNvPr>
          <p:cNvSpPr/>
          <p:nvPr userDrawn="1"/>
        </p:nvSpPr>
        <p:spPr>
          <a:xfrm>
            <a:off x="11825295" y="188641"/>
            <a:ext cx="108000" cy="108000"/>
          </a:xfrm>
          <a:prstGeom prst="rect">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vert="horz" wrap="square" lIns="90000" rIns="90000" rtlCol="0" anchor="ctr" anchorCtr="1">
            <a:spAutoFit/>
          </a:bodyPr>
          <a:lstStyle/>
          <a:p>
            <a:pPr marL="383322" marR="0" lvl="0" indent="-293764" algn="ctr" defTabSz="914400" rtl="0" eaLnBrk="1" fontAlgn="auto" latinLnBrk="0" hangingPunct="1">
              <a:lnSpc>
                <a:spcPct val="100000"/>
              </a:lnSpc>
              <a:spcBef>
                <a:spcPts val="0"/>
              </a:spcBef>
              <a:spcAft>
                <a:spcPts val="0"/>
              </a:spcAft>
              <a:buClrTx/>
              <a:buSzPct val="45000"/>
              <a:buFontTx/>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endParaRPr kumimoji="0" lang="fr-CH" sz="2000" b="1" i="0" u="none" strike="noStrike" kern="1200" cap="none" spc="0" normalizeH="0" baseline="0" noProof="0" err="1">
              <a:ln>
                <a:noFill/>
              </a:ln>
              <a:solidFill>
                <a:srgbClr val="7030A0"/>
              </a:solidFill>
              <a:effectLst/>
              <a:uLnTx/>
              <a:uFillTx/>
              <a:latin typeface="Consolas" pitchFamily="49" charset="0"/>
              <a:ea typeface="+mn-ea"/>
              <a:cs typeface="+mn-cs"/>
            </a:endParaRPr>
          </a:p>
        </p:txBody>
      </p:sp>
      <p:sp>
        <p:nvSpPr>
          <p:cNvPr id="5" name="Espace réservé de la date 3">
            <a:extLst>
              <a:ext uri="{FF2B5EF4-FFF2-40B4-BE49-F238E27FC236}">
                <a16:creationId xmlns:a16="http://schemas.microsoft.com/office/drawing/2014/main" id="{1403E228-B215-2F68-3633-1BE08E253069}"/>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Espace réservé du pied de page 4">
            <a:extLst>
              <a:ext uri="{FF2B5EF4-FFF2-40B4-BE49-F238E27FC236}">
                <a16:creationId xmlns:a16="http://schemas.microsoft.com/office/drawing/2014/main" id="{B35D44ED-7585-AB11-FA87-39F627933CAE}"/>
              </a:ext>
            </a:extLst>
          </p:cNvPr>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7" name="Espace réservé du numéro de diapositive 5">
            <a:extLst>
              <a:ext uri="{FF2B5EF4-FFF2-40B4-BE49-F238E27FC236}">
                <a16:creationId xmlns:a16="http://schemas.microsoft.com/office/drawing/2014/main" id="{23B0277F-C350-AE04-D9D0-88730D51619F}"/>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84726941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241003" y="260648"/>
            <a:ext cx="11692521" cy="792088"/>
          </a:xfrm>
          <a:prstGeom prst="rect">
            <a:avLst/>
          </a:prstGeom>
        </p:spPr>
        <p:txBody>
          <a:bodyPr vert="horz" lIns="91440" tIns="45720" rIns="91440" bIns="45720" rtlCol="0" anchor="ctr">
            <a:noAutofit/>
          </a:bodyPr>
          <a:lstStyle/>
          <a:p>
            <a:r>
              <a:rPr lang="fr-FR"/>
              <a:t>Cliquez pour modifier le style du titre</a:t>
            </a:r>
            <a:endParaRPr lang="fr-CH"/>
          </a:p>
        </p:txBody>
      </p:sp>
      <p:sp>
        <p:nvSpPr>
          <p:cNvPr id="3" name="Espace réservé du texte 2"/>
          <p:cNvSpPr>
            <a:spLocks noGrp="1"/>
          </p:cNvSpPr>
          <p:nvPr>
            <p:ph type="body" idx="1"/>
          </p:nvPr>
        </p:nvSpPr>
        <p:spPr>
          <a:xfrm>
            <a:off x="241003" y="1196752"/>
            <a:ext cx="11692522" cy="5062859"/>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5" name="Espace réservé du pied de page 4"/>
          <p:cNvSpPr>
            <a:spLocks noGrp="1"/>
          </p:cNvSpPr>
          <p:nvPr>
            <p:ph type="ftr" sz="quarter" idx="3"/>
          </p:nvPr>
        </p:nvSpPr>
        <p:spPr>
          <a:xfrm>
            <a:off x="4148667" y="6520260"/>
            <a:ext cx="3860800" cy="221109"/>
          </a:xfrm>
          <a:prstGeom prst="rect">
            <a:avLst/>
          </a:prstGeom>
        </p:spPr>
        <p:txBody>
          <a:bodyPr vert="horz" lIns="91440" tIns="45720" rIns="91440" bIns="45720" rtlCol="0" anchor="ctr"/>
          <a:lstStyle>
            <a:lvl1pPr algn="ct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6" name="Espace réservé du numéro de diapositive 5"/>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10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331722458"/>
      </p:ext>
    </p:extLst>
  </p:cSld>
  <p:clrMap bg1="lt1" tx1="dk1" bg2="lt2" tx2="dk2" accent1="accent1" accent2="accent2" accent3="accent3" accent4="accent4" accent5="accent5" accent6="accent6" hlink="hlink" folHlink="folHlink"/>
  <p:sldLayoutIdLst>
    <p:sldLayoutId id="2147483764"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Lst>
  <p:transition>
    <p:fade/>
  </p:transition>
  <p:hf hdr="0"/>
  <p:txStyles>
    <p:titleStyle>
      <a:lvl1pPr algn="l" defTabSz="914400" rtl="0" eaLnBrk="1" latinLnBrk="0" hangingPunct="1">
        <a:spcBef>
          <a:spcPct val="0"/>
        </a:spcBef>
        <a:buNone/>
        <a:defRPr sz="3600" b="1" i="0" kern="1200">
          <a:solidFill>
            <a:schemeClr val="accent5">
              <a:lumMod val="50000"/>
            </a:schemeClr>
          </a:solidFill>
          <a:latin typeface="Century Gothic" panose="020B0502020202020204" pitchFamily="34" charset="0"/>
          <a:ea typeface="Open Sans" pitchFamily="2" charset="0"/>
          <a:cs typeface="Open Sans" pitchFamily="2" charset="0"/>
        </a:defRPr>
      </a:lvl1pPr>
    </p:titleStyle>
    <p:body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36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36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32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2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2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F79EE6-74B4-B586-A262-974F141C1300}"/>
              </a:ext>
            </a:extLst>
          </p:cNvPr>
          <p:cNvSpPr txBox="1"/>
          <p:nvPr/>
        </p:nvSpPr>
        <p:spPr>
          <a:xfrm>
            <a:off x="854902" y="1711235"/>
            <a:ext cx="7254180" cy="1754326"/>
          </a:xfrm>
          <a:prstGeom prst="rect">
            <a:avLst/>
          </a:prstGeom>
          <a:noFill/>
        </p:spPr>
        <p:txBody>
          <a:bodyPr wrap="square" lIns="91440" tIns="45720" rIns="91440" bIns="45720" rtlCol="0" anchor="t">
            <a:spAutoFit/>
          </a:bodyPr>
          <a:lstStyle/>
          <a:p>
            <a:r>
              <a:rPr lang="fr-CH" sz="5400">
                <a:solidFill>
                  <a:schemeClr val="tx1">
                    <a:lumMod val="65000"/>
                    <a:lumOff val="35000"/>
                  </a:schemeClr>
                </a:solidFill>
                <a:latin typeface="Century Gothic"/>
              </a:rPr>
              <a:t>Etude sur l’utilisation des médicaments</a:t>
            </a:r>
            <a:endParaRPr lang="fr-CH" sz="5400">
              <a:solidFill>
                <a:schemeClr val="tx1">
                  <a:lumMod val="65000"/>
                  <a:lumOff val="35000"/>
                </a:schemeClr>
              </a:solidFill>
              <a:latin typeface="Century Gothic" panose="020B0502020202020204" pitchFamily="34" charset="0"/>
            </a:endParaRPr>
          </a:p>
        </p:txBody>
      </p:sp>
      <p:pic>
        <p:nvPicPr>
          <p:cNvPr id="11" name="Picture 10" descr="A black and white text&#10;&#10;AI-generated content may be incorrect.">
            <a:extLst>
              <a:ext uri="{FF2B5EF4-FFF2-40B4-BE49-F238E27FC236}">
                <a16:creationId xmlns:a16="http://schemas.microsoft.com/office/drawing/2014/main" id="{2E11D006-07D4-D9FD-B827-1A86E14A34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0021" y="204511"/>
            <a:ext cx="4724015" cy="830816"/>
          </a:xfrm>
          <a:prstGeom prst="rect">
            <a:avLst/>
          </a:prstGeom>
        </p:spPr>
      </p:pic>
      <p:sp>
        <p:nvSpPr>
          <p:cNvPr id="3" name="Content Placeholder 2">
            <a:extLst>
              <a:ext uri="{FF2B5EF4-FFF2-40B4-BE49-F238E27FC236}">
                <a16:creationId xmlns:a16="http://schemas.microsoft.com/office/drawing/2014/main" id="{4A999ABB-7846-8388-8605-9AF93B146BDA}"/>
              </a:ext>
            </a:extLst>
          </p:cNvPr>
          <p:cNvSpPr txBox="1">
            <a:spLocks/>
          </p:cNvSpPr>
          <p:nvPr/>
        </p:nvSpPr>
        <p:spPr>
          <a:xfrm>
            <a:off x="497570" y="3789040"/>
            <a:ext cx="11143046" cy="648072"/>
          </a:xfrm>
          <a:prstGeom prst="rect">
            <a:avLst/>
          </a:prstGeom>
        </p:spPr>
        <p:txBody>
          <a:bodyPr lIns="91440" tIns="45720" rIns="91440" bIns="45720" anchor="ctr">
            <a:normAutofit/>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36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36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32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2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2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Clr>
                <a:schemeClr val="accent2"/>
              </a:buClr>
              <a:buSzPct val="80000"/>
              <a:buNone/>
            </a:pPr>
            <a:r>
              <a:rPr lang="fr-CH" sz="2400" i="1">
                <a:latin typeface="Open Sans"/>
                <a:ea typeface="Open Sans"/>
                <a:cs typeface="Open Sans"/>
              </a:rPr>
              <a:t>Maroua </a:t>
            </a:r>
            <a:r>
              <a:rPr lang="fr-CH" sz="2400" i="1" err="1">
                <a:latin typeface="Open Sans"/>
                <a:ea typeface="Open Sans"/>
                <a:cs typeface="Open Sans"/>
              </a:rPr>
              <a:t>Zanad</a:t>
            </a:r>
            <a:r>
              <a:rPr lang="fr-CH" sz="2400" i="1">
                <a:latin typeface="Open Sans"/>
                <a:ea typeface="Open Sans"/>
                <a:cs typeface="Open Sans"/>
              </a:rPr>
              <a:t>, </a:t>
            </a:r>
            <a:r>
              <a:rPr lang="fr-CH" sz="2400" i="1" err="1">
                <a:latin typeface="Open Sans"/>
                <a:ea typeface="Open Sans"/>
                <a:cs typeface="Open Sans"/>
              </a:rPr>
              <a:t>Vadym</a:t>
            </a:r>
            <a:r>
              <a:rPr lang="fr-CH" sz="2400" i="1">
                <a:latin typeface="Open Sans"/>
                <a:ea typeface="Open Sans"/>
                <a:cs typeface="Open Sans"/>
              </a:rPr>
              <a:t> </a:t>
            </a:r>
            <a:r>
              <a:rPr lang="fr-CH" sz="2400" i="1" err="1">
                <a:latin typeface="Open Sans"/>
                <a:ea typeface="Open Sans"/>
                <a:cs typeface="Open Sans"/>
              </a:rPr>
              <a:t>Chobu</a:t>
            </a:r>
            <a:r>
              <a:rPr lang="fr-CH" sz="2400" i="1">
                <a:latin typeface="Open Sans"/>
                <a:ea typeface="Open Sans"/>
                <a:cs typeface="Open Sans"/>
              </a:rPr>
              <a:t>, Lucas Henry</a:t>
            </a:r>
          </a:p>
        </p:txBody>
      </p:sp>
    </p:spTree>
    <p:extLst>
      <p:ext uri="{BB962C8B-B14F-4D97-AF65-F5344CB8AC3E}">
        <p14:creationId xmlns:p14="http://schemas.microsoft.com/office/powerpoint/2010/main" val="119865947"/>
      </p:ext>
    </p:extLst>
  </p:cSld>
  <p:clrMapOvr>
    <a:masterClrMapping/>
  </p:clrMapOvr>
  <mc:AlternateContent xmlns:mc="http://schemas.openxmlformats.org/markup-compatibility/2006" xmlns:p14="http://schemas.microsoft.com/office/powerpoint/2010/main">
    <mc:Choice Requires="p14">
      <p:transition p14:dur="0" advTm="17360"/>
    </mc:Choice>
    <mc:Fallback xmlns="">
      <p:transition advTm="1736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59642-E5B6-BC45-0BE3-3AEE4B86F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5B988-C23F-CA48-9881-12F56D4BFF45}"/>
              </a:ext>
            </a:extLst>
          </p:cNvPr>
          <p:cNvSpPr>
            <a:spLocks noGrp="1"/>
          </p:cNvSpPr>
          <p:nvPr>
            <p:ph type="title"/>
          </p:nvPr>
        </p:nvSpPr>
        <p:spPr/>
        <p:txBody>
          <a:bodyPr/>
          <a:lstStyle/>
          <a:p>
            <a:r>
              <a:rPr lang="fr-CH">
                <a:solidFill>
                  <a:srgbClr val="215968"/>
                </a:solidFill>
                <a:latin typeface="Century Gothic"/>
                <a:ea typeface="Open Sans"/>
                <a:cs typeface="Open Sans"/>
              </a:rPr>
              <a:t>Evolution de la santé en Suisse</a:t>
            </a:r>
            <a:endParaRPr lang="fr-CH">
              <a:solidFill>
                <a:srgbClr val="215968"/>
              </a:solidFill>
            </a:endParaRPr>
          </a:p>
        </p:txBody>
      </p:sp>
      <p:sp>
        <p:nvSpPr>
          <p:cNvPr id="7" name="Slide Number Placeholder 6">
            <a:extLst>
              <a:ext uri="{FF2B5EF4-FFF2-40B4-BE49-F238E27FC236}">
                <a16:creationId xmlns:a16="http://schemas.microsoft.com/office/drawing/2014/main" id="{0AD6605D-9557-F1EA-8AFA-610CFA9309FB}"/>
              </a:ext>
            </a:extLst>
          </p:cNvPr>
          <p:cNvSpPr>
            <a:spLocks noGrp="1"/>
          </p:cNvSpPr>
          <p:nvPr>
            <p:ph type="sldNum" sz="quarter" idx="4"/>
          </p:nvPr>
        </p:nvSpPr>
        <p:spPr/>
        <p:txBody>
          <a:bodyPr/>
          <a:lstStyle/>
          <a:p>
            <a:fld id="{23C040C7-4060-4381-887A-2EF827EF70EC}" type="slidenum">
              <a:rPr lang="fr-CH" smtClean="0"/>
              <a:pPr/>
              <a:t>2</a:t>
            </a:fld>
            <a:endParaRPr lang="fr-CH"/>
          </a:p>
        </p:txBody>
      </p:sp>
      <p:sp>
        <p:nvSpPr>
          <p:cNvPr id="4" name="Date Placeholder 3">
            <a:extLst>
              <a:ext uri="{FF2B5EF4-FFF2-40B4-BE49-F238E27FC236}">
                <a16:creationId xmlns:a16="http://schemas.microsoft.com/office/drawing/2014/main" id="{F156BF36-D049-3ACF-0CE7-9D7DD7DA97F6}"/>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aphicFrame>
        <p:nvGraphicFramePr>
          <p:cNvPr id="8" name="Content Placeholder 2">
            <a:extLst>
              <a:ext uri="{FF2B5EF4-FFF2-40B4-BE49-F238E27FC236}">
                <a16:creationId xmlns:a16="http://schemas.microsoft.com/office/drawing/2014/main" id="{36160CD0-AFEB-8916-1774-CBD8BFA32020}"/>
              </a:ext>
            </a:extLst>
          </p:cNvPr>
          <p:cNvGraphicFramePr>
            <a:graphicFrameLocks noGrp="1"/>
          </p:cNvGraphicFramePr>
          <p:nvPr>
            <p:extLst>
              <p:ext uri="{D42A27DB-BD31-4B8C-83A1-F6EECF244321}">
                <p14:modId xmlns:p14="http://schemas.microsoft.com/office/powerpoint/2010/main" val="1271488292"/>
              </p:ext>
            </p:extLst>
          </p:nvPr>
        </p:nvGraphicFramePr>
        <p:xfrm>
          <a:off x="695931" y="1058539"/>
          <a:ext cx="10766959" cy="54623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21305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6E206A-2211-9D78-6F35-8B558DE89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F2575-ECA6-5E65-AF56-2C447369250D}"/>
              </a:ext>
            </a:extLst>
          </p:cNvPr>
          <p:cNvSpPr>
            <a:spLocks noGrp="1"/>
          </p:cNvSpPr>
          <p:nvPr>
            <p:ph type="title"/>
          </p:nvPr>
        </p:nvSpPr>
        <p:spPr/>
        <p:txBody>
          <a:bodyPr/>
          <a:lstStyle/>
          <a:p>
            <a:r>
              <a:rPr lang="fr-CH">
                <a:latin typeface="Century Gothic"/>
                <a:ea typeface="Open Sans"/>
                <a:cs typeface="Open Sans"/>
              </a:rPr>
              <a:t>Plan de projet </a:t>
            </a:r>
            <a:endParaRPr lang="fr-CH">
              <a:solidFill>
                <a:srgbClr val="FF0000"/>
              </a:solidFill>
              <a:latin typeface="Century Gothic"/>
              <a:ea typeface="Open Sans"/>
              <a:cs typeface="Open Sans"/>
            </a:endParaRPr>
          </a:p>
        </p:txBody>
      </p:sp>
      <p:sp>
        <p:nvSpPr>
          <p:cNvPr id="7" name="Slide Number Placeholder 6">
            <a:extLst>
              <a:ext uri="{FF2B5EF4-FFF2-40B4-BE49-F238E27FC236}">
                <a16:creationId xmlns:a16="http://schemas.microsoft.com/office/drawing/2014/main" id="{3121DD5F-A7A6-1040-6465-DD65ACF1902C}"/>
              </a:ext>
            </a:extLst>
          </p:cNvPr>
          <p:cNvSpPr>
            <a:spLocks noGrp="1"/>
          </p:cNvSpPr>
          <p:nvPr>
            <p:ph type="sldNum" sz="quarter" idx="4"/>
          </p:nvPr>
        </p:nvSpPr>
        <p:spPr/>
        <p:txBody>
          <a:bodyPr/>
          <a:lstStyle/>
          <a:p>
            <a:fld id="{23C040C7-4060-4381-887A-2EF827EF70EC}" type="slidenum">
              <a:rPr lang="fr-CH" smtClean="0"/>
              <a:pPr/>
              <a:t>3</a:t>
            </a:fld>
            <a:endParaRPr lang="fr-CH"/>
          </a:p>
        </p:txBody>
      </p:sp>
      <p:sp>
        <p:nvSpPr>
          <p:cNvPr id="4" name="Date Placeholder 3">
            <a:extLst>
              <a:ext uri="{FF2B5EF4-FFF2-40B4-BE49-F238E27FC236}">
                <a16:creationId xmlns:a16="http://schemas.microsoft.com/office/drawing/2014/main" id="{BBA24922-5B5E-7D0D-3320-3EA5B61AA256}"/>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aphicFrame>
        <p:nvGraphicFramePr>
          <p:cNvPr id="5" name="Diagram 4">
            <a:extLst>
              <a:ext uri="{FF2B5EF4-FFF2-40B4-BE49-F238E27FC236}">
                <a16:creationId xmlns:a16="http://schemas.microsoft.com/office/drawing/2014/main" id="{E48213BC-A3B8-8ECC-C16A-1E785A97D2F2}"/>
              </a:ext>
            </a:extLst>
          </p:cNvPr>
          <p:cNvGraphicFramePr/>
          <p:nvPr>
            <p:extLst>
              <p:ext uri="{D42A27DB-BD31-4B8C-83A1-F6EECF244321}">
                <p14:modId xmlns:p14="http://schemas.microsoft.com/office/powerpoint/2010/main" val="4092077535"/>
              </p:ext>
            </p:extLst>
          </p:nvPr>
        </p:nvGraphicFramePr>
        <p:xfrm>
          <a:off x="527539" y="2162909"/>
          <a:ext cx="11136922" cy="2520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68956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6E206A-2211-9D78-6F35-8B558DE89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F2575-ECA6-5E65-AF56-2C447369250D}"/>
              </a:ext>
            </a:extLst>
          </p:cNvPr>
          <p:cNvSpPr>
            <a:spLocks noGrp="1"/>
          </p:cNvSpPr>
          <p:nvPr>
            <p:ph type="title"/>
          </p:nvPr>
        </p:nvSpPr>
        <p:spPr/>
        <p:txBody>
          <a:bodyPr/>
          <a:lstStyle/>
          <a:p>
            <a:r>
              <a:rPr lang="fr-CH">
                <a:solidFill>
                  <a:srgbClr val="215968"/>
                </a:solidFill>
                <a:latin typeface="Century Gothic"/>
                <a:ea typeface="Open Sans"/>
                <a:cs typeface="Open Sans"/>
              </a:rPr>
              <a:t>Répartition</a:t>
            </a:r>
            <a:endParaRPr lang="fr-CH">
              <a:solidFill>
                <a:srgbClr val="215968"/>
              </a:solidFill>
            </a:endParaRPr>
          </a:p>
        </p:txBody>
      </p:sp>
      <p:sp>
        <p:nvSpPr>
          <p:cNvPr id="7" name="Slide Number Placeholder 6">
            <a:extLst>
              <a:ext uri="{FF2B5EF4-FFF2-40B4-BE49-F238E27FC236}">
                <a16:creationId xmlns:a16="http://schemas.microsoft.com/office/drawing/2014/main" id="{3121DD5F-A7A6-1040-6465-DD65ACF1902C}"/>
              </a:ext>
            </a:extLst>
          </p:cNvPr>
          <p:cNvSpPr>
            <a:spLocks noGrp="1"/>
          </p:cNvSpPr>
          <p:nvPr>
            <p:ph type="sldNum" sz="quarter" idx="4"/>
          </p:nvPr>
        </p:nvSpPr>
        <p:spPr/>
        <p:txBody>
          <a:bodyPr/>
          <a:lstStyle/>
          <a:p>
            <a:fld id="{23C040C7-4060-4381-887A-2EF827EF70EC}" type="slidenum">
              <a:rPr lang="fr-CH" smtClean="0"/>
              <a:pPr/>
              <a:t>4</a:t>
            </a:fld>
            <a:endParaRPr lang="fr-CH"/>
          </a:p>
        </p:txBody>
      </p:sp>
      <p:sp>
        <p:nvSpPr>
          <p:cNvPr id="4" name="Date Placeholder 3">
            <a:extLst>
              <a:ext uri="{FF2B5EF4-FFF2-40B4-BE49-F238E27FC236}">
                <a16:creationId xmlns:a16="http://schemas.microsoft.com/office/drawing/2014/main" id="{BBA24922-5B5E-7D0D-3320-3EA5B61AA256}"/>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aphicFrame>
        <p:nvGraphicFramePr>
          <p:cNvPr id="382" name="Diagram 381">
            <a:extLst>
              <a:ext uri="{FF2B5EF4-FFF2-40B4-BE49-F238E27FC236}">
                <a16:creationId xmlns:a16="http://schemas.microsoft.com/office/drawing/2014/main" id="{401A12F0-BF0E-881F-19E9-3DE31D8DD09D}"/>
              </a:ext>
            </a:extLst>
          </p:cNvPr>
          <p:cNvGraphicFramePr/>
          <p:nvPr>
            <p:extLst>
              <p:ext uri="{D42A27DB-BD31-4B8C-83A1-F6EECF244321}">
                <p14:modId xmlns:p14="http://schemas.microsoft.com/office/powerpoint/2010/main" val="1161029438"/>
              </p:ext>
            </p:extLst>
          </p:nvPr>
        </p:nvGraphicFramePr>
        <p:xfrm>
          <a:off x="3194892" y="1131983"/>
          <a:ext cx="5793036" cy="45940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3357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D54DA0-0025-24FF-5E3E-CF307705C894}"/>
              </a:ext>
            </a:extLst>
          </p:cNvPr>
          <p:cNvSpPr>
            <a:spLocks noGrp="1"/>
          </p:cNvSpPr>
          <p:nvPr>
            <p:ph type="body" sz="quarter" idx="13"/>
          </p:nvPr>
        </p:nvSpPr>
        <p:spPr/>
        <p:txBody>
          <a:bodyPr/>
          <a:lstStyle/>
          <a:p>
            <a:r>
              <a:rPr lang="en-US">
                <a:latin typeface="Century Gothic"/>
                <a:ea typeface="Roboto Condensed"/>
                <a:cs typeface="Open Sans"/>
              </a:rPr>
              <a:t>Mort =&gt; 30''</a:t>
            </a:r>
            <a:endParaRPr lang="en-US"/>
          </a:p>
        </p:txBody>
      </p:sp>
    </p:spTree>
    <p:extLst>
      <p:ext uri="{BB962C8B-B14F-4D97-AF65-F5344CB8AC3E}">
        <p14:creationId xmlns:p14="http://schemas.microsoft.com/office/powerpoint/2010/main" val="344806458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C8572-FCC7-F985-1625-398B4F8FAF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4150-AA62-62A4-BFAC-9CE4C7BB1AD5}"/>
              </a:ext>
            </a:extLst>
          </p:cNvPr>
          <p:cNvSpPr>
            <a:spLocks noGrp="1"/>
          </p:cNvSpPr>
          <p:nvPr>
            <p:ph type="title"/>
          </p:nvPr>
        </p:nvSpPr>
        <p:spPr/>
        <p:txBody>
          <a:bodyPr/>
          <a:lstStyle/>
          <a:p>
            <a:r>
              <a:rPr lang="fr-CH">
                <a:latin typeface="Century Gothic"/>
                <a:ea typeface="Open Sans"/>
                <a:cs typeface="Open Sans"/>
              </a:rPr>
              <a:t>Causes </a:t>
            </a:r>
            <a:r>
              <a:rPr lang="fr-CH">
                <a:solidFill>
                  <a:srgbClr val="215968"/>
                </a:solidFill>
                <a:latin typeface="Century Gothic"/>
                <a:ea typeface="Open Sans"/>
                <a:cs typeface="Open Sans"/>
              </a:rPr>
              <a:t>de décès en </a:t>
            </a:r>
            <a:r>
              <a:rPr lang="fr-CH">
                <a:solidFill>
                  <a:srgbClr val="4A666E"/>
                </a:solidFill>
                <a:latin typeface="Century Gothic"/>
                <a:ea typeface="Open Sans"/>
                <a:cs typeface="Open Sans"/>
              </a:rPr>
              <a:t>Suisse</a:t>
            </a:r>
            <a:endParaRPr lang="fr-CH">
              <a:solidFill>
                <a:srgbClr val="4A666E"/>
              </a:solidFill>
            </a:endParaRPr>
          </a:p>
        </p:txBody>
      </p:sp>
      <p:pic>
        <p:nvPicPr>
          <p:cNvPr id="6" name="Content Placeholder 5">
            <a:extLst>
              <a:ext uri="{FF2B5EF4-FFF2-40B4-BE49-F238E27FC236}">
                <a16:creationId xmlns:a16="http://schemas.microsoft.com/office/drawing/2014/main" id="{04AB0298-5579-2F40-7AD4-B78AE080B657}"/>
              </a:ext>
            </a:extLst>
          </p:cNvPr>
          <p:cNvPicPr>
            <a:picLocks noGrp="1" noChangeAspect="1"/>
          </p:cNvPicPr>
          <p:nvPr>
            <p:ph sz="half" idx="1"/>
          </p:nvPr>
        </p:nvPicPr>
        <p:blipFill>
          <a:blip r:embed="rId3"/>
          <a:stretch>
            <a:fillRect/>
          </a:stretch>
        </p:blipFill>
        <p:spPr>
          <a:xfrm>
            <a:off x="243727" y="1400667"/>
            <a:ext cx="6288003" cy="4042287"/>
          </a:xfrm>
          <a:prstGeom prst="rect">
            <a:avLst/>
          </a:prstGeom>
        </p:spPr>
      </p:pic>
      <p:sp>
        <p:nvSpPr>
          <p:cNvPr id="7" name="Slide Number Placeholder 6">
            <a:extLst>
              <a:ext uri="{FF2B5EF4-FFF2-40B4-BE49-F238E27FC236}">
                <a16:creationId xmlns:a16="http://schemas.microsoft.com/office/drawing/2014/main" id="{515E8D8F-AC4B-013A-C0B5-EAEFF018AEC7}"/>
              </a:ext>
            </a:extLst>
          </p:cNvPr>
          <p:cNvSpPr>
            <a:spLocks noGrp="1"/>
          </p:cNvSpPr>
          <p:nvPr>
            <p:ph type="sldNum" sz="quarter" idx="4"/>
          </p:nvPr>
        </p:nvSpPr>
        <p:spPr/>
        <p:txBody>
          <a:bodyPr/>
          <a:lstStyle/>
          <a:p>
            <a:fld id="{23C040C7-4060-4381-887A-2EF827EF70EC}" type="slidenum">
              <a:rPr lang="fr-CH" smtClean="0"/>
              <a:pPr/>
              <a:t>6</a:t>
            </a:fld>
            <a:endParaRPr lang="fr-CH"/>
          </a:p>
        </p:txBody>
      </p:sp>
      <p:sp>
        <p:nvSpPr>
          <p:cNvPr id="4" name="Date Placeholder 3">
            <a:extLst>
              <a:ext uri="{FF2B5EF4-FFF2-40B4-BE49-F238E27FC236}">
                <a16:creationId xmlns:a16="http://schemas.microsoft.com/office/drawing/2014/main" id="{87756E16-9CA5-7E26-95F5-4E6FDF2EEC47}"/>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Content Placeholder 5">
            <a:extLst>
              <a:ext uri="{FF2B5EF4-FFF2-40B4-BE49-F238E27FC236}">
                <a16:creationId xmlns:a16="http://schemas.microsoft.com/office/drawing/2014/main" id="{1C743C57-AF61-55EB-9656-35ABCAE3A946}"/>
              </a:ext>
            </a:extLst>
          </p:cNvPr>
          <p:cNvPicPr>
            <a:picLocks noChangeAspect="1"/>
          </p:cNvPicPr>
          <p:nvPr/>
        </p:nvPicPr>
        <p:blipFill>
          <a:blip r:embed="rId4"/>
          <a:stretch>
            <a:fillRect/>
          </a:stretch>
        </p:blipFill>
        <p:spPr>
          <a:xfrm>
            <a:off x="5650302" y="1400667"/>
            <a:ext cx="6288002" cy="4042287"/>
          </a:xfrm>
          <a:prstGeom prst="rect">
            <a:avLst/>
          </a:prstGeom>
        </p:spPr>
      </p:pic>
    </p:spTree>
    <p:extLst>
      <p:ext uri="{BB962C8B-B14F-4D97-AF65-F5344CB8AC3E}">
        <p14:creationId xmlns:p14="http://schemas.microsoft.com/office/powerpoint/2010/main" val="752625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06F25-B91E-9EB7-4622-525B50CFC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A16F2-488F-A6D5-5A35-8E5CA78C68ED}"/>
              </a:ext>
            </a:extLst>
          </p:cNvPr>
          <p:cNvSpPr>
            <a:spLocks noGrp="1"/>
          </p:cNvSpPr>
          <p:nvPr>
            <p:ph type="title"/>
          </p:nvPr>
        </p:nvSpPr>
        <p:spPr/>
        <p:txBody>
          <a:bodyPr/>
          <a:lstStyle/>
          <a:p>
            <a:r>
              <a:rPr lang="fr-CH">
                <a:solidFill>
                  <a:srgbClr val="4A666E"/>
                </a:solidFill>
                <a:latin typeface="Century Gothic"/>
                <a:ea typeface="Open Sans"/>
                <a:cs typeface="Open Sans"/>
              </a:rPr>
              <a:t>Causes de décès</a:t>
            </a:r>
            <a:endParaRPr lang="fr-CH">
              <a:solidFill>
                <a:srgbClr val="4A666E"/>
              </a:solidFill>
            </a:endParaRPr>
          </a:p>
        </p:txBody>
      </p:sp>
      <p:pic>
        <p:nvPicPr>
          <p:cNvPr id="6" name="Content Placeholder 5">
            <a:extLst>
              <a:ext uri="{FF2B5EF4-FFF2-40B4-BE49-F238E27FC236}">
                <a16:creationId xmlns:a16="http://schemas.microsoft.com/office/drawing/2014/main" id="{F21663F8-B2AA-37F9-9228-705D4CB8F4C0}"/>
              </a:ext>
            </a:extLst>
          </p:cNvPr>
          <p:cNvPicPr>
            <a:picLocks noGrp="1" noChangeAspect="1"/>
          </p:cNvPicPr>
          <p:nvPr>
            <p:ph sz="half" idx="1"/>
          </p:nvPr>
        </p:nvPicPr>
        <p:blipFill>
          <a:blip r:embed="rId3"/>
          <a:stretch>
            <a:fillRect/>
          </a:stretch>
        </p:blipFill>
        <p:spPr>
          <a:xfrm>
            <a:off x="286858" y="1629678"/>
            <a:ext cx="5597890" cy="3598643"/>
          </a:xfrm>
          <a:prstGeom prst="rect">
            <a:avLst/>
          </a:prstGeom>
        </p:spPr>
      </p:pic>
      <p:sp>
        <p:nvSpPr>
          <p:cNvPr id="7" name="Slide Number Placeholder 6">
            <a:extLst>
              <a:ext uri="{FF2B5EF4-FFF2-40B4-BE49-F238E27FC236}">
                <a16:creationId xmlns:a16="http://schemas.microsoft.com/office/drawing/2014/main" id="{CC755A79-1EC2-2241-DD64-97480F7D3881}"/>
              </a:ext>
            </a:extLst>
          </p:cNvPr>
          <p:cNvSpPr>
            <a:spLocks noGrp="1"/>
          </p:cNvSpPr>
          <p:nvPr>
            <p:ph type="sldNum" sz="quarter" idx="4"/>
          </p:nvPr>
        </p:nvSpPr>
        <p:spPr/>
        <p:txBody>
          <a:bodyPr/>
          <a:lstStyle/>
          <a:p>
            <a:fld id="{23C040C7-4060-4381-887A-2EF827EF70EC}" type="slidenum">
              <a:rPr lang="fr-CH" smtClean="0"/>
              <a:pPr/>
              <a:t>7</a:t>
            </a:fld>
            <a:endParaRPr lang="fr-CH"/>
          </a:p>
        </p:txBody>
      </p:sp>
      <p:sp>
        <p:nvSpPr>
          <p:cNvPr id="4" name="Date Placeholder 3">
            <a:extLst>
              <a:ext uri="{FF2B5EF4-FFF2-40B4-BE49-F238E27FC236}">
                <a16:creationId xmlns:a16="http://schemas.microsoft.com/office/drawing/2014/main" id="{6D96B0B0-9B2A-92DC-92A5-06212778C412}"/>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Content Placeholder 5">
            <a:extLst>
              <a:ext uri="{FF2B5EF4-FFF2-40B4-BE49-F238E27FC236}">
                <a16:creationId xmlns:a16="http://schemas.microsoft.com/office/drawing/2014/main" id="{48715B20-530F-3C8E-E238-85DC87215330}"/>
              </a:ext>
            </a:extLst>
          </p:cNvPr>
          <p:cNvPicPr>
            <a:picLocks noChangeAspect="1"/>
          </p:cNvPicPr>
          <p:nvPr/>
        </p:nvPicPr>
        <p:blipFill>
          <a:blip r:embed="rId4"/>
          <a:stretch>
            <a:fillRect/>
          </a:stretch>
        </p:blipFill>
        <p:spPr>
          <a:xfrm>
            <a:off x="6096000" y="1629678"/>
            <a:ext cx="5597889" cy="3598643"/>
          </a:xfrm>
          <a:prstGeom prst="rect">
            <a:avLst/>
          </a:prstGeom>
        </p:spPr>
      </p:pic>
    </p:spTree>
    <p:extLst>
      <p:ext uri="{BB962C8B-B14F-4D97-AF65-F5344CB8AC3E}">
        <p14:creationId xmlns:p14="http://schemas.microsoft.com/office/powerpoint/2010/main" val="97665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4F193-A177-86B3-B4AB-F8077DB7642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3BB8082-D31C-C0B9-140C-772066D231F7}"/>
              </a:ext>
            </a:extLst>
          </p:cNvPr>
          <p:cNvSpPr>
            <a:spLocks noGrp="1"/>
          </p:cNvSpPr>
          <p:nvPr>
            <p:ph type="sldNum" sz="quarter" idx="4"/>
          </p:nvPr>
        </p:nvSpPr>
        <p:spPr/>
        <p:txBody>
          <a:bodyPr/>
          <a:lstStyle/>
          <a:p>
            <a:fld id="{23C040C7-4060-4381-887A-2EF827EF70EC}" type="slidenum">
              <a:rPr lang="fr-CH" smtClean="0"/>
              <a:pPr/>
              <a:t>8</a:t>
            </a:fld>
            <a:endParaRPr lang="fr-CH"/>
          </a:p>
        </p:txBody>
      </p:sp>
      <p:sp>
        <p:nvSpPr>
          <p:cNvPr id="4" name="Date Placeholder 3">
            <a:extLst>
              <a:ext uri="{FF2B5EF4-FFF2-40B4-BE49-F238E27FC236}">
                <a16:creationId xmlns:a16="http://schemas.microsoft.com/office/drawing/2014/main" id="{1EBE2A15-4698-BDE5-CB06-36F73324C202}"/>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6" name="Picture 5">
            <a:extLst>
              <a:ext uri="{FF2B5EF4-FFF2-40B4-BE49-F238E27FC236}">
                <a16:creationId xmlns:a16="http://schemas.microsoft.com/office/drawing/2014/main" id="{71227C8B-2037-2A00-2619-E04F947686E1}"/>
              </a:ext>
            </a:extLst>
          </p:cNvPr>
          <p:cNvPicPr>
            <a:picLocks noChangeAspect="1"/>
          </p:cNvPicPr>
          <p:nvPr/>
        </p:nvPicPr>
        <p:blipFill>
          <a:blip r:embed="rId3"/>
          <a:stretch>
            <a:fillRect/>
          </a:stretch>
        </p:blipFill>
        <p:spPr>
          <a:xfrm>
            <a:off x="0" y="685800"/>
            <a:ext cx="12192000" cy="5486400"/>
          </a:xfrm>
          <a:prstGeom prst="rect">
            <a:avLst/>
          </a:prstGeom>
        </p:spPr>
      </p:pic>
    </p:spTree>
    <p:extLst>
      <p:ext uri="{BB962C8B-B14F-4D97-AF65-F5344CB8AC3E}">
        <p14:creationId xmlns:p14="http://schemas.microsoft.com/office/powerpoint/2010/main" val="39056268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5588A-3C2B-9CA9-A595-9C64B18F693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036F580-68FD-D03D-628B-67029C182CE9}"/>
              </a:ext>
            </a:extLst>
          </p:cNvPr>
          <p:cNvSpPr>
            <a:spLocks noGrp="1"/>
          </p:cNvSpPr>
          <p:nvPr>
            <p:ph type="title"/>
          </p:nvPr>
        </p:nvSpPr>
        <p:spPr>
          <a:xfrm>
            <a:off x="233746" y="420305"/>
            <a:ext cx="11692521" cy="792088"/>
          </a:xfrm>
        </p:spPr>
        <p:txBody>
          <a:bodyPr/>
          <a:lstStyle/>
          <a:p>
            <a:r>
              <a:rPr lang="fr-CH">
                <a:latin typeface="Century Gothic"/>
                <a:ea typeface="Open Sans"/>
                <a:cs typeface="Open Sans"/>
              </a:rPr>
              <a:t>Régression linéaire pour chaque catégorie</a:t>
            </a:r>
            <a:endParaRPr lang="en-US">
              <a:ea typeface="Open Sans"/>
              <a:cs typeface="Open Sans"/>
            </a:endParaRPr>
          </a:p>
          <a:p>
            <a:endParaRPr lang="fr-CH"/>
          </a:p>
        </p:txBody>
      </p:sp>
      <p:sp>
        <p:nvSpPr>
          <p:cNvPr id="5" name="Espace réservé de la date 4">
            <a:extLst>
              <a:ext uri="{FF2B5EF4-FFF2-40B4-BE49-F238E27FC236}">
                <a16:creationId xmlns:a16="http://schemas.microsoft.com/office/drawing/2014/main" id="{9E0662C6-2159-7C5D-CCBB-BA06665A1B4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numéro de diapositive 6">
            <a:extLst>
              <a:ext uri="{FF2B5EF4-FFF2-40B4-BE49-F238E27FC236}">
                <a16:creationId xmlns:a16="http://schemas.microsoft.com/office/drawing/2014/main" id="{6F800C03-1594-1D12-274F-8B776E0CD06A}"/>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8" name="Picture 7">
            <a:extLst>
              <a:ext uri="{FF2B5EF4-FFF2-40B4-BE49-F238E27FC236}">
                <a16:creationId xmlns:a16="http://schemas.microsoft.com/office/drawing/2014/main" id="{085AAB7E-3972-82E8-31EC-20681A16A85C}"/>
              </a:ext>
            </a:extLst>
          </p:cNvPr>
          <p:cNvPicPr>
            <a:picLocks noChangeAspect="1"/>
          </p:cNvPicPr>
          <p:nvPr/>
        </p:nvPicPr>
        <p:blipFill>
          <a:blip r:embed="rId3"/>
          <a:stretch>
            <a:fillRect/>
          </a:stretch>
        </p:blipFill>
        <p:spPr>
          <a:xfrm>
            <a:off x="234043" y="1712686"/>
            <a:ext cx="5715000" cy="3810000"/>
          </a:xfrm>
          <a:prstGeom prst="rect">
            <a:avLst/>
          </a:prstGeom>
        </p:spPr>
      </p:pic>
      <p:pic>
        <p:nvPicPr>
          <p:cNvPr id="9" name="Picture 8">
            <a:extLst>
              <a:ext uri="{FF2B5EF4-FFF2-40B4-BE49-F238E27FC236}">
                <a16:creationId xmlns:a16="http://schemas.microsoft.com/office/drawing/2014/main" id="{22FEEC0C-A616-1A85-20EC-E3BDC714DA24}"/>
              </a:ext>
            </a:extLst>
          </p:cNvPr>
          <p:cNvPicPr>
            <a:picLocks noChangeAspect="1"/>
          </p:cNvPicPr>
          <p:nvPr/>
        </p:nvPicPr>
        <p:blipFill>
          <a:blip r:embed="rId4"/>
          <a:stretch>
            <a:fillRect/>
          </a:stretch>
        </p:blipFill>
        <p:spPr>
          <a:xfrm>
            <a:off x="6206672" y="1712686"/>
            <a:ext cx="5715000" cy="3810000"/>
          </a:xfrm>
          <a:prstGeom prst="rect">
            <a:avLst/>
          </a:prstGeom>
        </p:spPr>
      </p:pic>
      <p:grpSp>
        <p:nvGrpSpPr>
          <p:cNvPr id="11" name="Group 10">
            <a:extLst>
              <a:ext uri="{FF2B5EF4-FFF2-40B4-BE49-F238E27FC236}">
                <a16:creationId xmlns:a16="http://schemas.microsoft.com/office/drawing/2014/main" id="{010FE627-04D3-3DA2-2236-1D2DFFFB62CF}"/>
              </a:ext>
            </a:extLst>
          </p:cNvPr>
          <p:cNvGrpSpPr/>
          <p:nvPr/>
        </p:nvGrpSpPr>
        <p:grpSpPr>
          <a:xfrm>
            <a:off x="232913" y="5832894"/>
            <a:ext cx="2846523" cy="914400"/>
            <a:chOff x="232913" y="5832894"/>
            <a:chExt cx="2846523" cy="914400"/>
          </a:xfrm>
        </p:grpSpPr>
        <p:sp>
          <p:nvSpPr>
            <p:cNvPr id="10" name="Rectangle 9">
              <a:extLst>
                <a:ext uri="{FF2B5EF4-FFF2-40B4-BE49-F238E27FC236}">
                  <a16:creationId xmlns:a16="http://schemas.microsoft.com/office/drawing/2014/main" id="{72C22155-8BB5-C349-41E7-521941B7D7B4}"/>
                </a:ext>
              </a:extLst>
            </p:cNvPr>
            <p:cNvSpPr/>
            <p:nvPr/>
          </p:nvSpPr>
          <p:spPr>
            <a:xfrm>
              <a:off x="232913" y="5832894"/>
              <a:ext cx="914400"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4" name="Date Placeholder 3">
              <a:extLst>
                <a:ext uri="{FF2B5EF4-FFF2-40B4-BE49-F238E27FC236}">
                  <a16:creationId xmlns:a16="http://schemas.microsoft.com/office/drawing/2014/main" id="{DA0979E6-85B1-7250-DB31-AAD407F15133}"/>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2498965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D4916-55D4-DB4B-C48A-DF034C7F52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F880A2-B5F9-D1C0-BEF9-D1F26508577C}"/>
              </a:ext>
            </a:extLst>
          </p:cNvPr>
          <p:cNvSpPr>
            <a:spLocks noGrp="1"/>
          </p:cNvSpPr>
          <p:nvPr>
            <p:ph type="title"/>
          </p:nvPr>
        </p:nvSpPr>
        <p:spPr>
          <a:xfrm>
            <a:off x="233746" y="420305"/>
            <a:ext cx="11692521" cy="792088"/>
          </a:xfrm>
        </p:spPr>
        <p:txBody>
          <a:bodyPr/>
          <a:lstStyle/>
          <a:p>
            <a:r>
              <a:rPr lang="fr-CH">
                <a:latin typeface="Century Gothic"/>
                <a:ea typeface="Open Sans"/>
                <a:cs typeface="Open Sans"/>
              </a:rPr>
              <a:t>Régression linéaire pour chaque catégorie</a:t>
            </a:r>
            <a:endParaRPr lang="en-US">
              <a:ea typeface="Open Sans"/>
              <a:cs typeface="Open Sans"/>
            </a:endParaRPr>
          </a:p>
          <a:p>
            <a:endParaRPr lang="fr-CH"/>
          </a:p>
        </p:txBody>
      </p:sp>
      <p:sp>
        <p:nvSpPr>
          <p:cNvPr id="5" name="Espace réservé de la date 4">
            <a:extLst>
              <a:ext uri="{FF2B5EF4-FFF2-40B4-BE49-F238E27FC236}">
                <a16:creationId xmlns:a16="http://schemas.microsoft.com/office/drawing/2014/main" id="{95983BFA-50EA-5847-6050-8A3CA0CAFCC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numéro de diapositive 6">
            <a:extLst>
              <a:ext uri="{FF2B5EF4-FFF2-40B4-BE49-F238E27FC236}">
                <a16:creationId xmlns:a16="http://schemas.microsoft.com/office/drawing/2014/main" id="{33C536C1-80E3-3870-B376-A6DDD1037B9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Picture 2">
            <a:extLst>
              <a:ext uri="{FF2B5EF4-FFF2-40B4-BE49-F238E27FC236}">
                <a16:creationId xmlns:a16="http://schemas.microsoft.com/office/drawing/2014/main" id="{043978D2-677C-F53A-988B-C9578723B529}"/>
              </a:ext>
            </a:extLst>
          </p:cNvPr>
          <p:cNvPicPr>
            <a:picLocks noChangeAspect="1"/>
          </p:cNvPicPr>
          <p:nvPr/>
        </p:nvPicPr>
        <p:blipFill>
          <a:blip r:embed="rId3"/>
          <a:stretch>
            <a:fillRect/>
          </a:stretch>
        </p:blipFill>
        <p:spPr>
          <a:xfrm>
            <a:off x="234043" y="1712686"/>
            <a:ext cx="5715000" cy="3810000"/>
          </a:xfrm>
          <a:prstGeom prst="rect">
            <a:avLst/>
          </a:prstGeom>
        </p:spPr>
      </p:pic>
      <p:pic>
        <p:nvPicPr>
          <p:cNvPr id="4" name="Picture 3">
            <a:extLst>
              <a:ext uri="{FF2B5EF4-FFF2-40B4-BE49-F238E27FC236}">
                <a16:creationId xmlns:a16="http://schemas.microsoft.com/office/drawing/2014/main" id="{DF638B0C-5A11-7D2E-8C13-B5DB99AD1C85}"/>
              </a:ext>
            </a:extLst>
          </p:cNvPr>
          <p:cNvPicPr>
            <a:picLocks noChangeAspect="1"/>
          </p:cNvPicPr>
          <p:nvPr/>
        </p:nvPicPr>
        <p:blipFill>
          <a:blip r:embed="rId4"/>
          <a:stretch>
            <a:fillRect/>
          </a:stretch>
        </p:blipFill>
        <p:spPr>
          <a:xfrm>
            <a:off x="6206671" y="1712686"/>
            <a:ext cx="5715000" cy="3810000"/>
          </a:xfrm>
          <a:prstGeom prst="rect">
            <a:avLst/>
          </a:prstGeom>
        </p:spPr>
      </p:pic>
      <p:grpSp>
        <p:nvGrpSpPr>
          <p:cNvPr id="13" name="Group 12">
            <a:extLst>
              <a:ext uri="{FF2B5EF4-FFF2-40B4-BE49-F238E27FC236}">
                <a16:creationId xmlns:a16="http://schemas.microsoft.com/office/drawing/2014/main" id="{C857E626-BE3C-631E-F6CB-47EF78A9C775}"/>
              </a:ext>
            </a:extLst>
          </p:cNvPr>
          <p:cNvGrpSpPr/>
          <p:nvPr/>
        </p:nvGrpSpPr>
        <p:grpSpPr>
          <a:xfrm>
            <a:off x="243799" y="5822008"/>
            <a:ext cx="2846523" cy="914400"/>
            <a:chOff x="232913" y="5832894"/>
            <a:chExt cx="2846523" cy="914400"/>
          </a:xfrm>
        </p:grpSpPr>
        <p:sp>
          <p:nvSpPr>
            <p:cNvPr id="11" name="Rectangle 10">
              <a:extLst>
                <a:ext uri="{FF2B5EF4-FFF2-40B4-BE49-F238E27FC236}">
                  <a16:creationId xmlns:a16="http://schemas.microsoft.com/office/drawing/2014/main" id="{1B44A738-F1A2-BC2D-7062-C952ADA3F7DC}"/>
                </a:ext>
              </a:extLst>
            </p:cNvPr>
            <p:cNvSpPr/>
            <p:nvPr/>
          </p:nvSpPr>
          <p:spPr>
            <a:xfrm>
              <a:off x="232913" y="5832894"/>
              <a:ext cx="914400"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12" name="Date Placeholder 3">
              <a:extLst>
                <a:ext uri="{FF2B5EF4-FFF2-40B4-BE49-F238E27FC236}">
                  <a16:creationId xmlns:a16="http://schemas.microsoft.com/office/drawing/2014/main" id="{F7A4C53F-390B-37BB-4A19-787846041229}"/>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13932769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68E6F2-B659-D782-CA4E-FEA596CFEDB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D7F240-C595-1840-1181-85F4C984AE6D}"/>
              </a:ext>
            </a:extLst>
          </p:cNvPr>
          <p:cNvSpPr>
            <a:spLocks noGrp="1"/>
          </p:cNvSpPr>
          <p:nvPr>
            <p:ph type="body" sz="quarter" idx="13"/>
          </p:nvPr>
        </p:nvSpPr>
        <p:spPr/>
        <p:txBody>
          <a:bodyPr>
            <a:normAutofit/>
          </a:bodyPr>
          <a:lstStyle/>
          <a:p>
            <a:r>
              <a:rPr lang="en-US">
                <a:latin typeface="Century Gothic"/>
                <a:ea typeface="Roboto Condensed"/>
                <a:cs typeface="Open Sans"/>
              </a:rPr>
              <a:t>Medicaments =&gt; 3'30''</a:t>
            </a:r>
            <a:endParaRPr lang="en-US"/>
          </a:p>
        </p:txBody>
      </p:sp>
    </p:spTree>
    <p:extLst>
      <p:ext uri="{BB962C8B-B14F-4D97-AF65-F5344CB8AC3E}">
        <p14:creationId xmlns:p14="http://schemas.microsoft.com/office/powerpoint/2010/main" val="50176011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2F0F3-A746-DF6B-2499-1986FA2A8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F73CA-A56D-46C1-CA62-0046B0022EF6}"/>
              </a:ext>
            </a:extLst>
          </p:cNvPr>
          <p:cNvSpPr>
            <a:spLocks noGrp="1"/>
          </p:cNvSpPr>
          <p:nvPr>
            <p:ph type="title"/>
          </p:nvPr>
        </p:nvSpPr>
        <p:spPr/>
        <p:txBody>
          <a:bodyPr/>
          <a:lstStyle/>
          <a:p>
            <a:r>
              <a:rPr lang="fr-CH">
                <a:latin typeface="Century Gothic"/>
                <a:ea typeface="Open Sans"/>
                <a:cs typeface="Open Sans"/>
              </a:rPr>
              <a:t>Médicaments en </a:t>
            </a:r>
            <a:r>
              <a:rPr lang="fr-CH">
                <a:solidFill>
                  <a:srgbClr val="215968"/>
                </a:solidFill>
                <a:latin typeface="Century Gothic"/>
                <a:ea typeface="Open Sans"/>
                <a:cs typeface="Open Sans"/>
              </a:rPr>
              <a:t>Suisse</a:t>
            </a:r>
            <a:endParaRPr lang="fr-CH" b="0">
              <a:solidFill>
                <a:srgbClr val="215968"/>
              </a:solidFill>
              <a:latin typeface="Century Gothic"/>
              <a:ea typeface="Open Sans"/>
              <a:cs typeface="Open Sans"/>
            </a:endParaRPr>
          </a:p>
        </p:txBody>
      </p:sp>
      <p:pic>
        <p:nvPicPr>
          <p:cNvPr id="6" name="Content Placeholder 5">
            <a:extLst>
              <a:ext uri="{FF2B5EF4-FFF2-40B4-BE49-F238E27FC236}">
                <a16:creationId xmlns:a16="http://schemas.microsoft.com/office/drawing/2014/main" id="{59A3EA3B-1AAA-320B-B09C-4BAE6706F94D}"/>
              </a:ext>
            </a:extLst>
          </p:cNvPr>
          <p:cNvPicPr>
            <a:picLocks noGrp="1" noChangeAspect="1"/>
          </p:cNvPicPr>
          <p:nvPr>
            <p:ph sz="half" idx="1"/>
          </p:nvPr>
        </p:nvPicPr>
        <p:blipFill>
          <a:blip r:embed="rId3"/>
          <a:stretch>
            <a:fillRect/>
          </a:stretch>
        </p:blipFill>
        <p:spPr>
          <a:xfrm>
            <a:off x="243728" y="1400667"/>
            <a:ext cx="6288001" cy="4042287"/>
          </a:xfrm>
          <a:prstGeom prst="rect">
            <a:avLst/>
          </a:prstGeom>
        </p:spPr>
      </p:pic>
      <p:sp>
        <p:nvSpPr>
          <p:cNvPr id="7" name="Slide Number Placeholder 6">
            <a:extLst>
              <a:ext uri="{FF2B5EF4-FFF2-40B4-BE49-F238E27FC236}">
                <a16:creationId xmlns:a16="http://schemas.microsoft.com/office/drawing/2014/main" id="{0438769A-02EF-C1BF-625A-05DAB1B8426A}"/>
              </a:ext>
            </a:extLst>
          </p:cNvPr>
          <p:cNvSpPr>
            <a:spLocks noGrp="1"/>
          </p:cNvSpPr>
          <p:nvPr>
            <p:ph type="sldNum" sz="quarter" idx="4"/>
          </p:nvPr>
        </p:nvSpPr>
        <p:spPr/>
        <p:txBody>
          <a:bodyPr/>
          <a:lstStyle/>
          <a:p>
            <a:fld id="{23C040C7-4060-4381-887A-2EF827EF70EC}" type="slidenum">
              <a:rPr lang="fr-CH" smtClean="0"/>
              <a:pPr/>
              <a:t>12</a:t>
            </a:fld>
            <a:endParaRPr lang="fr-CH"/>
          </a:p>
        </p:txBody>
      </p:sp>
      <p:sp>
        <p:nvSpPr>
          <p:cNvPr id="4" name="Date Placeholder 3">
            <a:extLst>
              <a:ext uri="{FF2B5EF4-FFF2-40B4-BE49-F238E27FC236}">
                <a16:creationId xmlns:a16="http://schemas.microsoft.com/office/drawing/2014/main" id="{C2909AFD-14C6-BD98-43E1-1A22E34B410D}"/>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Content Placeholder 5">
            <a:extLst>
              <a:ext uri="{FF2B5EF4-FFF2-40B4-BE49-F238E27FC236}">
                <a16:creationId xmlns:a16="http://schemas.microsoft.com/office/drawing/2014/main" id="{8A652EF8-3539-EA0E-F8E9-62609EAC07EC}"/>
              </a:ext>
            </a:extLst>
          </p:cNvPr>
          <p:cNvPicPr>
            <a:picLocks noChangeAspect="1"/>
          </p:cNvPicPr>
          <p:nvPr/>
        </p:nvPicPr>
        <p:blipFill>
          <a:blip r:embed="rId4"/>
          <a:stretch>
            <a:fillRect/>
          </a:stretch>
        </p:blipFill>
        <p:spPr>
          <a:xfrm>
            <a:off x="5650302" y="1400667"/>
            <a:ext cx="6288001" cy="4042286"/>
          </a:xfrm>
          <a:prstGeom prst="rect">
            <a:avLst/>
          </a:prstGeom>
        </p:spPr>
      </p:pic>
    </p:spTree>
    <p:extLst>
      <p:ext uri="{BB962C8B-B14F-4D97-AF65-F5344CB8AC3E}">
        <p14:creationId xmlns:p14="http://schemas.microsoft.com/office/powerpoint/2010/main" val="9773421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67E30-EBFE-064D-CC59-297280473629}"/>
              </a:ext>
            </a:extLst>
          </p:cNvPr>
          <p:cNvSpPr>
            <a:spLocks noGrp="1"/>
          </p:cNvSpPr>
          <p:nvPr>
            <p:ph type="title"/>
          </p:nvPr>
        </p:nvSpPr>
        <p:spPr/>
        <p:txBody>
          <a:bodyPr/>
          <a:lstStyle/>
          <a:p>
            <a:r>
              <a:rPr lang="fr-CH"/>
              <a:t>Médicaments</a:t>
            </a:r>
            <a:endParaRPr lang="en-US"/>
          </a:p>
        </p:txBody>
      </p:sp>
      <p:pic>
        <p:nvPicPr>
          <p:cNvPr id="8" name="Content Placeholder 7">
            <a:extLst>
              <a:ext uri="{FF2B5EF4-FFF2-40B4-BE49-F238E27FC236}">
                <a16:creationId xmlns:a16="http://schemas.microsoft.com/office/drawing/2014/main" id="{90BD9001-3F4C-E97F-E5E6-558DC271BFD1}"/>
              </a:ext>
            </a:extLst>
          </p:cNvPr>
          <p:cNvPicPr>
            <a:picLocks noGrp="1" noChangeAspect="1"/>
          </p:cNvPicPr>
          <p:nvPr>
            <p:ph sz="half" idx="1"/>
          </p:nvPr>
        </p:nvPicPr>
        <p:blipFill>
          <a:blip r:embed="rId2"/>
          <a:stretch>
            <a:fillRect/>
          </a:stretch>
        </p:blipFill>
        <p:spPr>
          <a:xfrm>
            <a:off x="241003" y="2013876"/>
            <a:ext cx="5753397" cy="3698612"/>
          </a:xfrm>
          <a:prstGeom prst="rect">
            <a:avLst/>
          </a:prstGeom>
        </p:spPr>
      </p:pic>
      <p:pic>
        <p:nvPicPr>
          <p:cNvPr id="9" name="Content Placeholder 8">
            <a:extLst>
              <a:ext uri="{FF2B5EF4-FFF2-40B4-BE49-F238E27FC236}">
                <a16:creationId xmlns:a16="http://schemas.microsoft.com/office/drawing/2014/main" id="{E21BFBB2-6487-4A8D-0CA3-C27C8C4A5070}"/>
              </a:ext>
            </a:extLst>
          </p:cNvPr>
          <p:cNvPicPr>
            <a:picLocks noGrp="1" noChangeAspect="1"/>
          </p:cNvPicPr>
          <p:nvPr>
            <p:ph sz="half" idx="2"/>
          </p:nvPr>
        </p:nvPicPr>
        <p:blipFill>
          <a:blip r:embed="rId3"/>
          <a:stretch>
            <a:fillRect/>
          </a:stretch>
        </p:blipFill>
        <p:spPr>
          <a:xfrm>
            <a:off x="6197600" y="2019493"/>
            <a:ext cx="5735924" cy="3687380"/>
          </a:xfrm>
          <a:prstGeom prst="rect">
            <a:avLst/>
          </a:prstGeom>
        </p:spPr>
      </p:pic>
      <p:sp>
        <p:nvSpPr>
          <p:cNvPr id="5" name="Date Placeholder 4">
            <a:extLst>
              <a:ext uri="{FF2B5EF4-FFF2-40B4-BE49-F238E27FC236}">
                <a16:creationId xmlns:a16="http://schemas.microsoft.com/office/drawing/2014/main" id="{6BD94F04-26AE-E8E7-6FB0-AEBED9D0C33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Slide Number Placeholder 6">
            <a:extLst>
              <a:ext uri="{FF2B5EF4-FFF2-40B4-BE49-F238E27FC236}">
                <a16:creationId xmlns:a16="http://schemas.microsoft.com/office/drawing/2014/main" id="{AD56A181-B58F-2C32-A506-96948AB1E10B}"/>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nvGrpSpPr>
          <p:cNvPr id="11" name="Group 10">
            <a:extLst>
              <a:ext uri="{FF2B5EF4-FFF2-40B4-BE49-F238E27FC236}">
                <a16:creationId xmlns:a16="http://schemas.microsoft.com/office/drawing/2014/main" id="{17B74F9E-C92F-CC9D-2721-7E64987AF7E1}"/>
              </a:ext>
            </a:extLst>
          </p:cNvPr>
          <p:cNvGrpSpPr/>
          <p:nvPr/>
        </p:nvGrpSpPr>
        <p:grpSpPr>
          <a:xfrm>
            <a:off x="232914" y="5822008"/>
            <a:ext cx="2890065" cy="914400"/>
            <a:chOff x="189371" y="5832894"/>
            <a:chExt cx="2890065" cy="914400"/>
          </a:xfrm>
        </p:grpSpPr>
        <p:sp>
          <p:nvSpPr>
            <p:cNvPr id="4" name="Rectangle 3">
              <a:extLst>
                <a:ext uri="{FF2B5EF4-FFF2-40B4-BE49-F238E27FC236}">
                  <a16:creationId xmlns:a16="http://schemas.microsoft.com/office/drawing/2014/main" id="{D56E5323-6F6E-F189-308F-FCCA9F844972}"/>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10" name="Date Placeholder 3">
              <a:extLst>
                <a:ext uri="{FF2B5EF4-FFF2-40B4-BE49-F238E27FC236}">
                  <a16:creationId xmlns:a16="http://schemas.microsoft.com/office/drawing/2014/main" id="{05617755-9A50-7261-34C6-A081C40AB4F1}"/>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523266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7962A-680A-2615-B50E-782D3D7E665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05884C2-9089-F6A4-167F-C822C2697E47}"/>
              </a:ext>
            </a:extLst>
          </p:cNvPr>
          <p:cNvSpPr>
            <a:spLocks noGrp="1"/>
          </p:cNvSpPr>
          <p:nvPr>
            <p:ph type="sldNum" sz="quarter" idx="4"/>
          </p:nvPr>
        </p:nvSpPr>
        <p:spPr/>
        <p:txBody>
          <a:bodyPr/>
          <a:lstStyle/>
          <a:p>
            <a:fld id="{23C040C7-4060-4381-887A-2EF827EF70EC}" type="slidenum">
              <a:rPr lang="fr-CH" smtClean="0"/>
              <a:pPr/>
              <a:t>14</a:t>
            </a:fld>
            <a:endParaRPr lang="fr-CH"/>
          </a:p>
        </p:txBody>
      </p:sp>
      <p:sp>
        <p:nvSpPr>
          <p:cNvPr id="4" name="Date Placeholder 3">
            <a:extLst>
              <a:ext uri="{FF2B5EF4-FFF2-40B4-BE49-F238E27FC236}">
                <a16:creationId xmlns:a16="http://schemas.microsoft.com/office/drawing/2014/main" id="{17A23E82-B2F1-0CEB-101F-8D048B29C45F}"/>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12" name="Picture 11">
            <a:extLst>
              <a:ext uri="{FF2B5EF4-FFF2-40B4-BE49-F238E27FC236}">
                <a16:creationId xmlns:a16="http://schemas.microsoft.com/office/drawing/2014/main" id="{10C8E479-FA8A-74F6-6146-CDCE6C32BF2B}"/>
              </a:ext>
            </a:extLst>
          </p:cNvPr>
          <p:cNvPicPr>
            <a:picLocks noChangeAspect="1"/>
          </p:cNvPicPr>
          <p:nvPr/>
        </p:nvPicPr>
        <p:blipFill>
          <a:blip r:embed="rId3"/>
          <a:stretch>
            <a:fillRect/>
          </a:stretch>
        </p:blipFill>
        <p:spPr>
          <a:xfrm>
            <a:off x="0" y="685800"/>
            <a:ext cx="12192000" cy="5486400"/>
          </a:xfrm>
          <a:prstGeom prst="rect">
            <a:avLst/>
          </a:prstGeom>
        </p:spPr>
      </p:pic>
    </p:spTree>
    <p:extLst>
      <p:ext uri="{BB962C8B-B14F-4D97-AF65-F5344CB8AC3E}">
        <p14:creationId xmlns:p14="http://schemas.microsoft.com/office/powerpoint/2010/main" val="9942832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3D51083-90F8-5596-5F40-BB60B40B587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9A18CA8-B6F1-A5C2-6A37-A9251040A073}"/>
              </a:ext>
            </a:extLst>
          </p:cNvPr>
          <p:cNvSpPr>
            <a:spLocks noGrp="1"/>
          </p:cNvSpPr>
          <p:nvPr>
            <p:ph type="body" sz="quarter" idx="13"/>
          </p:nvPr>
        </p:nvSpPr>
        <p:spPr/>
        <p:txBody>
          <a:bodyPr/>
          <a:lstStyle/>
          <a:p>
            <a:r>
              <a:rPr lang="en-US" err="1">
                <a:latin typeface="Century Gothic"/>
                <a:ea typeface="Roboto Condensed"/>
                <a:cs typeface="Open Sans"/>
              </a:rPr>
              <a:t>Corrélation</a:t>
            </a:r>
            <a:r>
              <a:rPr lang="en-US">
                <a:latin typeface="Century Gothic"/>
                <a:ea typeface="Roboto Condensed"/>
                <a:cs typeface="Open Sans"/>
              </a:rPr>
              <a:t> =&gt; 6'30''</a:t>
            </a:r>
            <a:endParaRPr lang="en-US" err="1"/>
          </a:p>
        </p:txBody>
      </p:sp>
    </p:spTree>
    <p:extLst>
      <p:ext uri="{BB962C8B-B14F-4D97-AF65-F5344CB8AC3E}">
        <p14:creationId xmlns:p14="http://schemas.microsoft.com/office/powerpoint/2010/main" val="366121473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E86ABC-5286-CC52-A10B-CA21BFF58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DE05A-7216-46F7-62DE-F52EA4B3937D}"/>
              </a:ext>
            </a:extLst>
          </p:cNvPr>
          <p:cNvSpPr>
            <a:spLocks noGrp="1"/>
          </p:cNvSpPr>
          <p:nvPr>
            <p:ph type="title"/>
          </p:nvPr>
        </p:nvSpPr>
        <p:spPr/>
        <p:txBody>
          <a:bodyPr/>
          <a:lstStyle/>
          <a:p>
            <a:r>
              <a:rPr lang="fr-CH">
                <a:latin typeface="Century Gothic"/>
                <a:ea typeface="Open Sans"/>
                <a:cs typeface="Open Sans"/>
              </a:rPr>
              <a:t>Corrélation</a:t>
            </a:r>
            <a:endParaRPr lang="en-US"/>
          </a:p>
        </p:txBody>
      </p:sp>
      <p:pic>
        <p:nvPicPr>
          <p:cNvPr id="6" name="Content Placeholder 5">
            <a:extLst>
              <a:ext uri="{FF2B5EF4-FFF2-40B4-BE49-F238E27FC236}">
                <a16:creationId xmlns:a16="http://schemas.microsoft.com/office/drawing/2014/main" id="{61BEABFE-E029-9CD8-E3E0-13409EF8B6B7}"/>
              </a:ext>
            </a:extLst>
          </p:cNvPr>
          <p:cNvPicPr>
            <a:picLocks noGrp="1" noChangeAspect="1"/>
          </p:cNvPicPr>
          <p:nvPr>
            <p:ph sz="half" idx="1"/>
          </p:nvPr>
        </p:nvPicPr>
        <p:blipFill>
          <a:blip r:embed="rId3"/>
          <a:stretch>
            <a:fillRect/>
          </a:stretch>
        </p:blipFill>
        <p:spPr>
          <a:xfrm>
            <a:off x="243729" y="1400667"/>
            <a:ext cx="6287999" cy="4042286"/>
          </a:xfrm>
          <a:prstGeom prst="rect">
            <a:avLst/>
          </a:prstGeom>
        </p:spPr>
      </p:pic>
      <p:sp>
        <p:nvSpPr>
          <p:cNvPr id="7" name="Slide Number Placeholder 6">
            <a:extLst>
              <a:ext uri="{FF2B5EF4-FFF2-40B4-BE49-F238E27FC236}">
                <a16:creationId xmlns:a16="http://schemas.microsoft.com/office/drawing/2014/main" id="{283DFC2D-CBA7-C79C-6FA5-C6C385E09691}"/>
              </a:ext>
            </a:extLst>
          </p:cNvPr>
          <p:cNvSpPr>
            <a:spLocks noGrp="1"/>
          </p:cNvSpPr>
          <p:nvPr>
            <p:ph type="sldNum" sz="quarter" idx="4"/>
          </p:nvPr>
        </p:nvSpPr>
        <p:spPr/>
        <p:txBody>
          <a:bodyPr/>
          <a:lstStyle/>
          <a:p>
            <a:fld id="{23C040C7-4060-4381-887A-2EF827EF70EC}" type="slidenum">
              <a:rPr lang="fr-CH" smtClean="0"/>
              <a:pPr/>
              <a:t>16</a:t>
            </a:fld>
            <a:endParaRPr lang="fr-CH"/>
          </a:p>
        </p:txBody>
      </p:sp>
      <p:sp>
        <p:nvSpPr>
          <p:cNvPr id="4" name="Date Placeholder 3">
            <a:extLst>
              <a:ext uri="{FF2B5EF4-FFF2-40B4-BE49-F238E27FC236}">
                <a16:creationId xmlns:a16="http://schemas.microsoft.com/office/drawing/2014/main" id="{16D50E08-3B16-5D27-7A99-77B869CC7197}"/>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Content Placeholder 5">
            <a:extLst>
              <a:ext uri="{FF2B5EF4-FFF2-40B4-BE49-F238E27FC236}">
                <a16:creationId xmlns:a16="http://schemas.microsoft.com/office/drawing/2014/main" id="{19867C79-1DD8-5002-5705-2D0DC469F99E}"/>
              </a:ext>
            </a:extLst>
          </p:cNvPr>
          <p:cNvPicPr>
            <a:picLocks noChangeAspect="1"/>
          </p:cNvPicPr>
          <p:nvPr/>
        </p:nvPicPr>
        <p:blipFill>
          <a:blip r:embed="rId4"/>
          <a:stretch>
            <a:fillRect/>
          </a:stretch>
        </p:blipFill>
        <p:spPr>
          <a:xfrm>
            <a:off x="5650303" y="1400667"/>
            <a:ext cx="6287999" cy="4042285"/>
          </a:xfrm>
          <a:prstGeom prst="rect">
            <a:avLst/>
          </a:prstGeom>
        </p:spPr>
      </p:pic>
    </p:spTree>
    <p:extLst>
      <p:ext uri="{BB962C8B-B14F-4D97-AF65-F5344CB8AC3E}">
        <p14:creationId xmlns:p14="http://schemas.microsoft.com/office/powerpoint/2010/main" val="631036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70ABD2-0667-4F46-96D2-AEBAD8BC3F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D0DA4-1F14-4890-2E2D-7FA84FEDEFD2}"/>
              </a:ext>
            </a:extLst>
          </p:cNvPr>
          <p:cNvSpPr>
            <a:spLocks noGrp="1"/>
          </p:cNvSpPr>
          <p:nvPr>
            <p:ph type="title"/>
          </p:nvPr>
        </p:nvSpPr>
        <p:spPr/>
        <p:txBody>
          <a:bodyPr/>
          <a:lstStyle/>
          <a:p>
            <a:r>
              <a:rPr lang="fr-CH">
                <a:latin typeface="Century Gothic"/>
                <a:ea typeface="Open Sans"/>
                <a:cs typeface="Open Sans"/>
              </a:rPr>
              <a:t>Corrélation</a:t>
            </a:r>
            <a:endParaRPr lang="en-US"/>
          </a:p>
        </p:txBody>
      </p:sp>
      <p:pic>
        <p:nvPicPr>
          <p:cNvPr id="6" name="Content Placeholder 5">
            <a:extLst>
              <a:ext uri="{FF2B5EF4-FFF2-40B4-BE49-F238E27FC236}">
                <a16:creationId xmlns:a16="http://schemas.microsoft.com/office/drawing/2014/main" id="{D26CED83-B075-2FCA-503C-F6A642185334}"/>
              </a:ext>
            </a:extLst>
          </p:cNvPr>
          <p:cNvPicPr>
            <a:picLocks noGrp="1" noChangeAspect="1"/>
          </p:cNvPicPr>
          <p:nvPr>
            <p:ph sz="half" idx="1"/>
          </p:nvPr>
        </p:nvPicPr>
        <p:blipFill>
          <a:blip r:embed="rId3"/>
          <a:stretch>
            <a:fillRect/>
          </a:stretch>
        </p:blipFill>
        <p:spPr>
          <a:xfrm>
            <a:off x="243728" y="1400667"/>
            <a:ext cx="6288001" cy="4042286"/>
          </a:xfrm>
          <a:prstGeom prst="rect">
            <a:avLst/>
          </a:prstGeom>
        </p:spPr>
      </p:pic>
      <p:sp>
        <p:nvSpPr>
          <p:cNvPr id="7" name="Slide Number Placeholder 6">
            <a:extLst>
              <a:ext uri="{FF2B5EF4-FFF2-40B4-BE49-F238E27FC236}">
                <a16:creationId xmlns:a16="http://schemas.microsoft.com/office/drawing/2014/main" id="{430DA231-9C3F-367B-CA9C-6C0FB5D0835B}"/>
              </a:ext>
            </a:extLst>
          </p:cNvPr>
          <p:cNvSpPr>
            <a:spLocks noGrp="1"/>
          </p:cNvSpPr>
          <p:nvPr>
            <p:ph type="sldNum" sz="quarter" idx="4"/>
          </p:nvPr>
        </p:nvSpPr>
        <p:spPr/>
        <p:txBody>
          <a:bodyPr/>
          <a:lstStyle/>
          <a:p>
            <a:fld id="{23C040C7-4060-4381-887A-2EF827EF70EC}" type="slidenum">
              <a:rPr lang="fr-CH" smtClean="0"/>
              <a:pPr/>
              <a:t>17</a:t>
            </a:fld>
            <a:endParaRPr lang="fr-CH"/>
          </a:p>
        </p:txBody>
      </p:sp>
      <p:sp>
        <p:nvSpPr>
          <p:cNvPr id="4" name="Date Placeholder 3">
            <a:extLst>
              <a:ext uri="{FF2B5EF4-FFF2-40B4-BE49-F238E27FC236}">
                <a16:creationId xmlns:a16="http://schemas.microsoft.com/office/drawing/2014/main" id="{63A6A7D8-67E4-05C7-F908-DE5ADE099FE0}"/>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Content Placeholder 5">
            <a:extLst>
              <a:ext uri="{FF2B5EF4-FFF2-40B4-BE49-F238E27FC236}">
                <a16:creationId xmlns:a16="http://schemas.microsoft.com/office/drawing/2014/main" id="{8A85FCFA-D6EA-97F3-F496-442A6BD4AFAD}"/>
              </a:ext>
            </a:extLst>
          </p:cNvPr>
          <p:cNvPicPr>
            <a:picLocks noChangeAspect="1"/>
          </p:cNvPicPr>
          <p:nvPr/>
        </p:nvPicPr>
        <p:blipFill>
          <a:blip r:embed="rId4"/>
          <a:stretch>
            <a:fillRect/>
          </a:stretch>
        </p:blipFill>
        <p:spPr>
          <a:xfrm>
            <a:off x="5650303" y="1400667"/>
            <a:ext cx="6287999" cy="4042286"/>
          </a:xfrm>
          <a:prstGeom prst="rect">
            <a:avLst/>
          </a:prstGeom>
        </p:spPr>
      </p:pic>
    </p:spTree>
    <p:extLst>
      <p:ext uri="{BB962C8B-B14F-4D97-AF65-F5344CB8AC3E}">
        <p14:creationId xmlns:p14="http://schemas.microsoft.com/office/powerpoint/2010/main" val="3201422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DDF1F-F988-CD56-2C39-593728BDEC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50927-39E1-AFFF-5C3D-D08A851E8715}"/>
              </a:ext>
            </a:extLst>
          </p:cNvPr>
          <p:cNvSpPr>
            <a:spLocks noGrp="1"/>
          </p:cNvSpPr>
          <p:nvPr>
            <p:ph type="title"/>
          </p:nvPr>
        </p:nvSpPr>
        <p:spPr/>
        <p:txBody>
          <a:bodyPr/>
          <a:lstStyle/>
          <a:p>
            <a:r>
              <a:rPr lang="fr-CH">
                <a:latin typeface="Century Gothic"/>
                <a:ea typeface="Open Sans"/>
                <a:cs typeface="Open Sans"/>
              </a:rPr>
              <a:t>Corrélation</a:t>
            </a:r>
            <a:endParaRPr lang="en-US"/>
          </a:p>
        </p:txBody>
      </p:sp>
      <p:pic>
        <p:nvPicPr>
          <p:cNvPr id="8" name="Content Placeholder 7">
            <a:extLst>
              <a:ext uri="{FF2B5EF4-FFF2-40B4-BE49-F238E27FC236}">
                <a16:creationId xmlns:a16="http://schemas.microsoft.com/office/drawing/2014/main" id="{3F30632D-AD05-95F3-2839-C19802198C6F}"/>
              </a:ext>
            </a:extLst>
          </p:cNvPr>
          <p:cNvPicPr>
            <a:picLocks noGrp="1" noChangeAspect="1"/>
          </p:cNvPicPr>
          <p:nvPr>
            <p:ph sz="half" idx="1"/>
          </p:nvPr>
        </p:nvPicPr>
        <p:blipFill>
          <a:blip r:embed="rId2"/>
          <a:stretch>
            <a:fillRect/>
          </a:stretch>
        </p:blipFill>
        <p:spPr>
          <a:xfrm>
            <a:off x="169116" y="2013876"/>
            <a:ext cx="5753396" cy="3698612"/>
          </a:xfrm>
          <a:prstGeom prst="rect">
            <a:avLst/>
          </a:prstGeom>
        </p:spPr>
      </p:pic>
      <p:pic>
        <p:nvPicPr>
          <p:cNvPr id="9" name="Content Placeholder 8">
            <a:extLst>
              <a:ext uri="{FF2B5EF4-FFF2-40B4-BE49-F238E27FC236}">
                <a16:creationId xmlns:a16="http://schemas.microsoft.com/office/drawing/2014/main" id="{4A8FC384-46F7-009A-1529-E20B6044C095}"/>
              </a:ext>
            </a:extLst>
          </p:cNvPr>
          <p:cNvPicPr>
            <a:picLocks noGrp="1" noChangeAspect="1"/>
          </p:cNvPicPr>
          <p:nvPr>
            <p:ph sz="half" idx="2"/>
          </p:nvPr>
        </p:nvPicPr>
        <p:blipFill>
          <a:blip r:embed="rId3"/>
          <a:stretch>
            <a:fillRect/>
          </a:stretch>
        </p:blipFill>
        <p:spPr>
          <a:xfrm>
            <a:off x="6197601" y="2019493"/>
            <a:ext cx="5735922" cy="3687379"/>
          </a:xfrm>
          <a:prstGeom prst="rect">
            <a:avLst/>
          </a:prstGeom>
        </p:spPr>
      </p:pic>
      <p:sp>
        <p:nvSpPr>
          <p:cNvPr id="5" name="Date Placeholder 4">
            <a:extLst>
              <a:ext uri="{FF2B5EF4-FFF2-40B4-BE49-F238E27FC236}">
                <a16:creationId xmlns:a16="http://schemas.microsoft.com/office/drawing/2014/main" id="{141A9C16-CC6F-1751-9163-C61395E42CF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Slide Number Placeholder 6">
            <a:extLst>
              <a:ext uri="{FF2B5EF4-FFF2-40B4-BE49-F238E27FC236}">
                <a16:creationId xmlns:a16="http://schemas.microsoft.com/office/drawing/2014/main" id="{8C4602F9-ED92-FA9E-DB46-C8DF763E085E}"/>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nvGrpSpPr>
          <p:cNvPr id="11" name="Group 10">
            <a:extLst>
              <a:ext uri="{FF2B5EF4-FFF2-40B4-BE49-F238E27FC236}">
                <a16:creationId xmlns:a16="http://schemas.microsoft.com/office/drawing/2014/main" id="{0906E491-3B63-C373-099B-866D8FF8A905}"/>
              </a:ext>
            </a:extLst>
          </p:cNvPr>
          <p:cNvGrpSpPr/>
          <p:nvPr/>
        </p:nvGrpSpPr>
        <p:grpSpPr>
          <a:xfrm>
            <a:off x="232914" y="5822008"/>
            <a:ext cx="2890065" cy="914400"/>
            <a:chOff x="189371" y="5832894"/>
            <a:chExt cx="2890065" cy="914400"/>
          </a:xfrm>
        </p:grpSpPr>
        <p:sp>
          <p:nvSpPr>
            <p:cNvPr id="4" name="Rectangle 3">
              <a:extLst>
                <a:ext uri="{FF2B5EF4-FFF2-40B4-BE49-F238E27FC236}">
                  <a16:creationId xmlns:a16="http://schemas.microsoft.com/office/drawing/2014/main" id="{A77751BE-E0C5-9D5F-DAC5-6C0B252E8D16}"/>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10" name="Date Placeholder 3">
              <a:extLst>
                <a:ext uri="{FF2B5EF4-FFF2-40B4-BE49-F238E27FC236}">
                  <a16:creationId xmlns:a16="http://schemas.microsoft.com/office/drawing/2014/main" id="{E66978C8-7355-6EB8-CDEE-4E6597228BDB}"/>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728678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C6BC4-E48B-976E-D704-84B4E64AE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8CA61-CF1C-64F6-B6B0-45C188F1A703}"/>
              </a:ext>
            </a:extLst>
          </p:cNvPr>
          <p:cNvSpPr>
            <a:spLocks noGrp="1"/>
          </p:cNvSpPr>
          <p:nvPr>
            <p:ph type="title"/>
          </p:nvPr>
        </p:nvSpPr>
        <p:spPr/>
        <p:txBody>
          <a:bodyPr/>
          <a:lstStyle/>
          <a:p>
            <a:r>
              <a:rPr lang="fr-CH">
                <a:latin typeface="Century Gothic"/>
                <a:ea typeface="Open Sans"/>
                <a:cs typeface="Open Sans"/>
              </a:rPr>
              <a:t>Corrélation</a:t>
            </a:r>
            <a:endParaRPr lang="en-US"/>
          </a:p>
        </p:txBody>
      </p:sp>
      <p:pic>
        <p:nvPicPr>
          <p:cNvPr id="8" name="Content Placeholder 7">
            <a:extLst>
              <a:ext uri="{FF2B5EF4-FFF2-40B4-BE49-F238E27FC236}">
                <a16:creationId xmlns:a16="http://schemas.microsoft.com/office/drawing/2014/main" id="{71653F7F-2676-7077-CBEF-130F4D3FC049}"/>
              </a:ext>
            </a:extLst>
          </p:cNvPr>
          <p:cNvPicPr>
            <a:picLocks noGrp="1" noChangeAspect="1"/>
          </p:cNvPicPr>
          <p:nvPr>
            <p:ph sz="half" idx="1"/>
          </p:nvPr>
        </p:nvPicPr>
        <p:blipFill>
          <a:blip r:embed="rId2"/>
          <a:stretch>
            <a:fillRect/>
          </a:stretch>
        </p:blipFill>
        <p:spPr>
          <a:xfrm>
            <a:off x="169116" y="2013876"/>
            <a:ext cx="5753396" cy="3698612"/>
          </a:xfrm>
          <a:prstGeom prst="rect">
            <a:avLst/>
          </a:prstGeom>
        </p:spPr>
      </p:pic>
      <p:pic>
        <p:nvPicPr>
          <p:cNvPr id="9" name="Content Placeholder 8">
            <a:extLst>
              <a:ext uri="{FF2B5EF4-FFF2-40B4-BE49-F238E27FC236}">
                <a16:creationId xmlns:a16="http://schemas.microsoft.com/office/drawing/2014/main" id="{7CECC99D-8356-A1A1-EC57-31201F780697}"/>
              </a:ext>
            </a:extLst>
          </p:cNvPr>
          <p:cNvPicPr>
            <a:picLocks noGrp="1" noChangeAspect="1"/>
          </p:cNvPicPr>
          <p:nvPr>
            <p:ph sz="half" idx="2"/>
          </p:nvPr>
        </p:nvPicPr>
        <p:blipFill>
          <a:blip r:embed="rId3"/>
          <a:stretch>
            <a:fillRect/>
          </a:stretch>
        </p:blipFill>
        <p:spPr>
          <a:xfrm>
            <a:off x="6197601" y="2019493"/>
            <a:ext cx="5735922" cy="3687378"/>
          </a:xfrm>
          <a:prstGeom prst="rect">
            <a:avLst/>
          </a:prstGeom>
        </p:spPr>
      </p:pic>
      <p:sp>
        <p:nvSpPr>
          <p:cNvPr id="5" name="Date Placeholder 4">
            <a:extLst>
              <a:ext uri="{FF2B5EF4-FFF2-40B4-BE49-F238E27FC236}">
                <a16:creationId xmlns:a16="http://schemas.microsoft.com/office/drawing/2014/main" id="{71B8038F-0A13-92EE-BCD1-A03C36AF4FC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Slide Number Placeholder 6">
            <a:extLst>
              <a:ext uri="{FF2B5EF4-FFF2-40B4-BE49-F238E27FC236}">
                <a16:creationId xmlns:a16="http://schemas.microsoft.com/office/drawing/2014/main" id="{84ADCE53-3413-27D6-5C30-025DE185CF6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nvGrpSpPr>
          <p:cNvPr id="11" name="Group 10">
            <a:extLst>
              <a:ext uri="{FF2B5EF4-FFF2-40B4-BE49-F238E27FC236}">
                <a16:creationId xmlns:a16="http://schemas.microsoft.com/office/drawing/2014/main" id="{3F4E281A-B496-2502-4EEE-2DC431AFEA6A}"/>
              </a:ext>
            </a:extLst>
          </p:cNvPr>
          <p:cNvGrpSpPr/>
          <p:nvPr/>
        </p:nvGrpSpPr>
        <p:grpSpPr>
          <a:xfrm>
            <a:off x="232914" y="5822008"/>
            <a:ext cx="2890065" cy="914400"/>
            <a:chOff x="189371" y="5832894"/>
            <a:chExt cx="2890065" cy="914400"/>
          </a:xfrm>
        </p:grpSpPr>
        <p:sp>
          <p:nvSpPr>
            <p:cNvPr id="4" name="Rectangle 3">
              <a:extLst>
                <a:ext uri="{FF2B5EF4-FFF2-40B4-BE49-F238E27FC236}">
                  <a16:creationId xmlns:a16="http://schemas.microsoft.com/office/drawing/2014/main" id="{454CC741-4268-E93E-B310-74EF675BF38F}"/>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10" name="Date Placeholder 3">
              <a:extLst>
                <a:ext uri="{FF2B5EF4-FFF2-40B4-BE49-F238E27FC236}">
                  <a16:creationId xmlns:a16="http://schemas.microsoft.com/office/drawing/2014/main" id="{55772A77-C658-ECA2-E4A2-80BE4F625F98}"/>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21889965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5F3C5-5104-9E94-1C98-9C33C114D93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30CBE2A-93F9-BC5A-43BA-A2E6619A9463}"/>
              </a:ext>
            </a:extLst>
          </p:cNvPr>
          <p:cNvSpPr>
            <a:spLocks noGrp="1"/>
          </p:cNvSpPr>
          <p:nvPr>
            <p:ph type="title"/>
          </p:nvPr>
        </p:nvSpPr>
        <p:spPr>
          <a:xfrm>
            <a:off x="233746" y="754134"/>
            <a:ext cx="11692521" cy="792088"/>
          </a:xfrm>
        </p:spPr>
        <p:txBody>
          <a:bodyPr/>
          <a:lstStyle/>
          <a:p>
            <a:r>
              <a:rPr lang="fr-CH">
                <a:latin typeface="Century Gothic"/>
                <a:ea typeface="Open Sans"/>
                <a:cs typeface="Open Sans"/>
              </a:rPr>
              <a:t>Corrélation de Pearson </a:t>
            </a:r>
            <a:br>
              <a:rPr lang="fr-CH">
                <a:latin typeface="Century Gothic"/>
                <a:ea typeface="Open Sans"/>
                <a:cs typeface="Open Sans"/>
              </a:rPr>
            </a:br>
            <a:r>
              <a:rPr lang="fr-CH" b="0">
                <a:latin typeface="Century Gothic"/>
                <a:ea typeface="Open Sans"/>
                <a:cs typeface="Open Sans"/>
              </a:rPr>
              <a:t>entre les médicaments et les causes de décès</a:t>
            </a:r>
            <a:endParaRPr lang="en-US"/>
          </a:p>
          <a:p>
            <a:endParaRPr lang="fr-CH"/>
          </a:p>
        </p:txBody>
      </p:sp>
      <p:sp>
        <p:nvSpPr>
          <p:cNvPr id="5" name="Espace réservé de la date 4">
            <a:extLst>
              <a:ext uri="{FF2B5EF4-FFF2-40B4-BE49-F238E27FC236}">
                <a16:creationId xmlns:a16="http://schemas.microsoft.com/office/drawing/2014/main" id="{DEAB5A50-B5ED-10C5-5223-52900330000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numéro de diapositive 6">
            <a:extLst>
              <a:ext uri="{FF2B5EF4-FFF2-40B4-BE49-F238E27FC236}">
                <a16:creationId xmlns:a16="http://schemas.microsoft.com/office/drawing/2014/main" id="{5883DE9B-7553-B1C6-8D1A-580B8EF1654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Picture 2">
            <a:extLst>
              <a:ext uri="{FF2B5EF4-FFF2-40B4-BE49-F238E27FC236}">
                <a16:creationId xmlns:a16="http://schemas.microsoft.com/office/drawing/2014/main" id="{3BB7FCA6-F4FE-C0D7-396C-0D63E7DB7F28}"/>
              </a:ext>
            </a:extLst>
          </p:cNvPr>
          <p:cNvPicPr>
            <a:picLocks noChangeAspect="1"/>
          </p:cNvPicPr>
          <p:nvPr/>
        </p:nvPicPr>
        <p:blipFill>
          <a:blip r:embed="rId3"/>
          <a:stretch>
            <a:fillRect/>
          </a:stretch>
        </p:blipFill>
        <p:spPr>
          <a:xfrm>
            <a:off x="186660" y="1886505"/>
            <a:ext cx="5715000" cy="3810000"/>
          </a:xfrm>
          <a:prstGeom prst="rect">
            <a:avLst/>
          </a:prstGeom>
        </p:spPr>
      </p:pic>
      <p:pic>
        <p:nvPicPr>
          <p:cNvPr id="4" name="Picture 3">
            <a:extLst>
              <a:ext uri="{FF2B5EF4-FFF2-40B4-BE49-F238E27FC236}">
                <a16:creationId xmlns:a16="http://schemas.microsoft.com/office/drawing/2014/main" id="{A43F8FE5-9935-040A-621B-6D25223EE324}"/>
              </a:ext>
            </a:extLst>
          </p:cNvPr>
          <p:cNvPicPr>
            <a:picLocks noChangeAspect="1"/>
          </p:cNvPicPr>
          <p:nvPr/>
        </p:nvPicPr>
        <p:blipFill>
          <a:blip r:embed="rId4"/>
          <a:stretch>
            <a:fillRect/>
          </a:stretch>
        </p:blipFill>
        <p:spPr>
          <a:xfrm>
            <a:off x="6209335" y="1890532"/>
            <a:ext cx="5715000" cy="3810000"/>
          </a:xfrm>
          <a:prstGeom prst="rect">
            <a:avLst/>
          </a:prstGeom>
        </p:spPr>
      </p:pic>
      <p:grpSp>
        <p:nvGrpSpPr>
          <p:cNvPr id="11" name="Group 10">
            <a:extLst>
              <a:ext uri="{FF2B5EF4-FFF2-40B4-BE49-F238E27FC236}">
                <a16:creationId xmlns:a16="http://schemas.microsoft.com/office/drawing/2014/main" id="{F173B74D-A7FC-6EEA-70B9-18B6F738ABEE}"/>
              </a:ext>
            </a:extLst>
          </p:cNvPr>
          <p:cNvGrpSpPr/>
          <p:nvPr/>
        </p:nvGrpSpPr>
        <p:grpSpPr>
          <a:xfrm>
            <a:off x="189371" y="5822008"/>
            <a:ext cx="2890065" cy="914400"/>
            <a:chOff x="189371" y="5832894"/>
            <a:chExt cx="2890065" cy="914400"/>
          </a:xfrm>
        </p:grpSpPr>
        <p:sp>
          <p:nvSpPr>
            <p:cNvPr id="9" name="Rectangle 8">
              <a:extLst>
                <a:ext uri="{FF2B5EF4-FFF2-40B4-BE49-F238E27FC236}">
                  <a16:creationId xmlns:a16="http://schemas.microsoft.com/office/drawing/2014/main" id="{0A83CB5C-3B8C-3092-A076-245D6BC30D53}"/>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10" name="Date Placeholder 3">
              <a:extLst>
                <a:ext uri="{FF2B5EF4-FFF2-40B4-BE49-F238E27FC236}">
                  <a16:creationId xmlns:a16="http://schemas.microsoft.com/office/drawing/2014/main" id="{2DD3B34F-7A7A-3845-2EF0-014404EE1A2E}"/>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6604334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E2804-F165-0FB1-69FA-71E7169D621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910BD20-8F01-01E1-2D6B-553326F0C025}"/>
              </a:ext>
            </a:extLst>
          </p:cNvPr>
          <p:cNvSpPr>
            <a:spLocks noGrp="1"/>
          </p:cNvSpPr>
          <p:nvPr>
            <p:ph type="title"/>
          </p:nvPr>
        </p:nvSpPr>
        <p:spPr>
          <a:xfrm>
            <a:off x="233746" y="754134"/>
            <a:ext cx="11692521" cy="792088"/>
          </a:xfrm>
        </p:spPr>
        <p:txBody>
          <a:bodyPr/>
          <a:lstStyle/>
          <a:p>
            <a:r>
              <a:rPr lang="fr-CH">
                <a:latin typeface="Century Gothic"/>
                <a:ea typeface="Open Sans"/>
                <a:cs typeface="Open Sans"/>
              </a:rPr>
              <a:t>Corrélation de Pearson </a:t>
            </a:r>
            <a:br>
              <a:rPr lang="fr-CH">
                <a:latin typeface="Century Gothic"/>
                <a:ea typeface="Open Sans"/>
                <a:cs typeface="Open Sans"/>
              </a:rPr>
            </a:br>
            <a:r>
              <a:rPr lang="fr-CH" b="0">
                <a:latin typeface="Century Gothic"/>
                <a:ea typeface="Open Sans"/>
                <a:cs typeface="Open Sans"/>
              </a:rPr>
              <a:t>entre les médicaments et les causes de décès</a:t>
            </a:r>
            <a:endParaRPr lang="en-US"/>
          </a:p>
          <a:p>
            <a:endParaRPr lang="fr-CH"/>
          </a:p>
        </p:txBody>
      </p:sp>
      <p:sp>
        <p:nvSpPr>
          <p:cNvPr id="5" name="Espace réservé de la date 4">
            <a:extLst>
              <a:ext uri="{FF2B5EF4-FFF2-40B4-BE49-F238E27FC236}">
                <a16:creationId xmlns:a16="http://schemas.microsoft.com/office/drawing/2014/main" id="{3D5ADB54-19D8-FDF6-3DA8-BD1857425B9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numéro de diapositive 6">
            <a:extLst>
              <a:ext uri="{FF2B5EF4-FFF2-40B4-BE49-F238E27FC236}">
                <a16:creationId xmlns:a16="http://schemas.microsoft.com/office/drawing/2014/main" id="{01383DA9-06EC-8E6D-C9CB-023AE8F12D3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8" name="Picture 7">
            <a:extLst>
              <a:ext uri="{FF2B5EF4-FFF2-40B4-BE49-F238E27FC236}">
                <a16:creationId xmlns:a16="http://schemas.microsoft.com/office/drawing/2014/main" id="{8D7A99FC-B8C6-3842-260A-CBF28ACEC925}"/>
              </a:ext>
            </a:extLst>
          </p:cNvPr>
          <p:cNvPicPr>
            <a:picLocks noChangeAspect="1"/>
          </p:cNvPicPr>
          <p:nvPr/>
        </p:nvPicPr>
        <p:blipFill>
          <a:blip r:embed="rId3"/>
          <a:stretch>
            <a:fillRect/>
          </a:stretch>
        </p:blipFill>
        <p:spPr>
          <a:xfrm>
            <a:off x="234889" y="2004874"/>
            <a:ext cx="5715000" cy="3810000"/>
          </a:xfrm>
          <a:prstGeom prst="rect">
            <a:avLst/>
          </a:prstGeom>
        </p:spPr>
      </p:pic>
      <p:pic>
        <p:nvPicPr>
          <p:cNvPr id="9" name="Picture 8">
            <a:extLst>
              <a:ext uri="{FF2B5EF4-FFF2-40B4-BE49-F238E27FC236}">
                <a16:creationId xmlns:a16="http://schemas.microsoft.com/office/drawing/2014/main" id="{D4389CF8-DDCD-7F93-D4D5-C77BB39ACCE5}"/>
              </a:ext>
            </a:extLst>
          </p:cNvPr>
          <p:cNvPicPr>
            <a:picLocks noChangeAspect="1"/>
          </p:cNvPicPr>
          <p:nvPr/>
        </p:nvPicPr>
        <p:blipFill>
          <a:blip r:embed="rId4"/>
          <a:stretch>
            <a:fillRect/>
          </a:stretch>
        </p:blipFill>
        <p:spPr>
          <a:xfrm>
            <a:off x="6212520" y="2004874"/>
            <a:ext cx="5715000" cy="3810000"/>
          </a:xfrm>
          <a:prstGeom prst="rect">
            <a:avLst/>
          </a:prstGeom>
        </p:spPr>
      </p:pic>
      <p:grpSp>
        <p:nvGrpSpPr>
          <p:cNvPr id="11" name="Group 10">
            <a:extLst>
              <a:ext uri="{FF2B5EF4-FFF2-40B4-BE49-F238E27FC236}">
                <a16:creationId xmlns:a16="http://schemas.microsoft.com/office/drawing/2014/main" id="{0095331A-C8A4-2AB8-314D-2FD3ECC94900}"/>
              </a:ext>
            </a:extLst>
          </p:cNvPr>
          <p:cNvGrpSpPr/>
          <p:nvPr/>
        </p:nvGrpSpPr>
        <p:grpSpPr>
          <a:xfrm>
            <a:off x="232914" y="5822008"/>
            <a:ext cx="2890065" cy="914400"/>
            <a:chOff x="189371" y="5832894"/>
            <a:chExt cx="2890065" cy="914400"/>
          </a:xfrm>
        </p:grpSpPr>
        <p:sp>
          <p:nvSpPr>
            <p:cNvPr id="4" name="Rectangle 3">
              <a:extLst>
                <a:ext uri="{FF2B5EF4-FFF2-40B4-BE49-F238E27FC236}">
                  <a16:creationId xmlns:a16="http://schemas.microsoft.com/office/drawing/2014/main" id="{2D2896C1-AE67-253F-80DA-C33ADDC81A84}"/>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10" name="Date Placeholder 3">
              <a:extLst>
                <a:ext uri="{FF2B5EF4-FFF2-40B4-BE49-F238E27FC236}">
                  <a16:creationId xmlns:a16="http://schemas.microsoft.com/office/drawing/2014/main" id="{444005EB-2F33-6CE4-BA13-0B20F384C8BD}"/>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17791089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6D832-7A7F-3AEB-7BAA-E9180A0C89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BC30BEA-3EEC-8A9E-E052-6DA638D67C84}"/>
              </a:ext>
            </a:extLst>
          </p:cNvPr>
          <p:cNvSpPr>
            <a:spLocks noGrp="1"/>
          </p:cNvSpPr>
          <p:nvPr>
            <p:ph type="title"/>
          </p:nvPr>
        </p:nvSpPr>
        <p:spPr>
          <a:xfrm>
            <a:off x="233746" y="754134"/>
            <a:ext cx="11692521" cy="792088"/>
          </a:xfrm>
        </p:spPr>
        <p:txBody>
          <a:bodyPr/>
          <a:lstStyle/>
          <a:p>
            <a:r>
              <a:rPr lang="fr-CH">
                <a:latin typeface="Century Gothic"/>
                <a:ea typeface="Open Sans"/>
                <a:cs typeface="Open Sans"/>
              </a:rPr>
              <a:t>Régression polynomiale</a:t>
            </a:r>
            <a:endParaRPr lang="en-US"/>
          </a:p>
          <a:p>
            <a:r>
              <a:rPr lang="fr-CH" b="0">
                <a:latin typeface="Century Gothic"/>
                <a:ea typeface="Open Sans"/>
                <a:cs typeface="Open Sans"/>
              </a:rPr>
              <a:t>entre les médicaments et les causes de décès</a:t>
            </a:r>
            <a:endParaRPr lang="fr-CH">
              <a:latin typeface="Century Gothic"/>
              <a:ea typeface="Open Sans"/>
              <a:cs typeface="Open Sans"/>
            </a:endParaRPr>
          </a:p>
          <a:p>
            <a:endParaRPr lang="fr-CH"/>
          </a:p>
        </p:txBody>
      </p:sp>
      <p:sp>
        <p:nvSpPr>
          <p:cNvPr id="5" name="Espace réservé de la date 4">
            <a:extLst>
              <a:ext uri="{FF2B5EF4-FFF2-40B4-BE49-F238E27FC236}">
                <a16:creationId xmlns:a16="http://schemas.microsoft.com/office/drawing/2014/main" id="{D9753B8B-B3A9-DA0B-175B-6607F6ABBAD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numéro de diapositive 6">
            <a:extLst>
              <a:ext uri="{FF2B5EF4-FFF2-40B4-BE49-F238E27FC236}">
                <a16:creationId xmlns:a16="http://schemas.microsoft.com/office/drawing/2014/main" id="{2E777130-7C4B-88DC-56E8-2723ADE7AA9C}"/>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Picture 2">
            <a:extLst>
              <a:ext uri="{FF2B5EF4-FFF2-40B4-BE49-F238E27FC236}">
                <a16:creationId xmlns:a16="http://schemas.microsoft.com/office/drawing/2014/main" id="{1F4636FA-B8E5-4AFA-9A57-FD962E19129C}"/>
              </a:ext>
            </a:extLst>
          </p:cNvPr>
          <p:cNvPicPr>
            <a:picLocks noChangeAspect="1"/>
          </p:cNvPicPr>
          <p:nvPr/>
        </p:nvPicPr>
        <p:blipFill>
          <a:blip r:embed="rId3"/>
          <a:stretch>
            <a:fillRect/>
          </a:stretch>
        </p:blipFill>
        <p:spPr>
          <a:xfrm>
            <a:off x="1809750" y="1543420"/>
            <a:ext cx="8572500" cy="4762500"/>
          </a:xfrm>
          <a:prstGeom prst="rect">
            <a:avLst/>
          </a:prstGeom>
        </p:spPr>
      </p:pic>
      <p:grpSp>
        <p:nvGrpSpPr>
          <p:cNvPr id="10" name="Group 9">
            <a:extLst>
              <a:ext uri="{FF2B5EF4-FFF2-40B4-BE49-F238E27FC236}">
                <a16:creationId xmlns:a16="http://schemas.microsoft.com/office/drawing/2014/main" id="{9D44A57D-A3A9-67E9-9654-5457B47E3710}"/>
              </a:ext>
            </a:extLst>
          </p:cNvPr>
          <p:cNvGrpSpPr/>
          <p:nvPr/>
        </p:nvGrpSpPr>
        <p:grpSpPr>
          <a:xfrm>
            <a:off x="232914" y="5822008"/>
            <a:ext cx="2890065" cy="914400"/>
            <a:chOff x="189371" y="5832894"/>
            <a:chExt cx="2890065" cy="914400"/>
          </a:xfrm>
        </p:grpSpPr>
        <p:sp>
          <p:nvSpPr>
            <p:cNvPr id="8" name="Rectangle 7">
              <a:extLst>
                <a:ext uri="{FF2B5EF4-FFF2-40B4-BE49-F238E27FC236}">
                  <a16:creationId xmlns:a16="http://schemas.microsoft.com/office/drawing/2014/main" id="{9FE6DD5F-390B-9149-5B40-49D2C7F057B9}"/>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9" name="Date Placeholder 3">
              <a:extLst>
                <a:ext uri="{FF2B5EF4-FFF2-40B4-BE49-F238E27FC236}">
                  <a16:creationId xmlns:a16="http://schemas.microsoft.com/office/drawing/2014/main" id="{EBE6E143-162C-C6F3-1FA1-FC9582D5A984}"/>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14521279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CAEB7-D509-3B2E-5ABF-C3A68B1FB3B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9E765DC-5C24-69CE-DE29-6526CFD3E249}"/>
              </a:ext>
            </a:extLst>
          </p:cNvPr>
          <p:cNvSpPr>
            <a:spLocks noGrp="1"/>
          </p:cNvSpPr>
          <p:nvPr>
            <p:ph type="title"/>
          </p:nvPr>
        </p:nvSpPr>
        <p:spPr>
          <a:xfrm>
            <a:off x="233746" y="754134"/>
            <a:ext cx="11692521" cy="792088"/>
          </a:xfrm>
        </p:spPr>
        <p:txBody>
          <a:bodyPr/>
          <a:lstStyle/>
          <a:p>
            <a:r>
              <a:rPr lang="fr-CH">
                <a:latin typeface="Century Gothic"/>
                <a:ea typeface="Open Sans"/>
                <a:cs typeface="Open Sans"/>
              </a:rPr>
              <a:t>Régression polynomiale</a:t>
            </a:r>
            <a:endParaRPr lang="en-US"/>
          </a:p>
          <a:p>
            <a:r>
              <a:rPr lang="fr-CH" b="0">
                <a:latin typeface="Century Gothic"/>
                <a:ea typeface="Open Sans"/>
                <a:cs typeface="Open Sans"/>
              </a:rPr>
              <a:t>entre les médicaments et les causes de décès</a:t>
            </a:r>
            <a:endParaRPr lang="fr-CH"/>
          </a:p>
          <a:p>
            <a:endParaRPr lang="fr-CH"/>
          </a:p>
        </p:txBody>
      </p:sp>
      <p:sp>
        <p:nvSpPr>
          <p:cNvPr id="5" name="Espace réservé de la date 4">
            <a:extLst>
              <a:ext uri="{FF2B5EF4-FFF2-40B4-BE49-F238E27FC236}">
                <a16:creationId xmlns:a16="http://schemas.microsoft.com/office/drawing/2014/main" id="{8F288253-4620-1404-5F23-588E8FCF518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numéro de diapositive 6">
            <a:extLst>
              <a:ext uri="{FF2B5EF4-FFF2-40B4-BE49-F238E27FC236}">
                <a16:creationId xmlns:a16="http://schemas.microsoft.com/office/drawing/2014/main" id="{CF646FF6-FCB9-1999-07D3-13493F314BF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Picture 2">
            <a:extLst>
              <a:ext uri="{FF2B5EF4-FFF2-40B4-BE49-F238E27FC236}">
                <a16:creationId xmlns:a16="http://schemas.microsoft.com/office/drawing/2014/main" id="{B469FD29-66E3-10D4-15F9-0C8F19187BF5}"/>
              </a:ext>
            </a:extLst>
          </p:cNvPr>
          <p:cNvPicPr>
            <a:picLocks noChangeAspect="1"/>
          </p:cNvPicPr>
          <p:nvPr/>
        </p:nvPicPr>
        <p:blipFill>
          <a:blip r:embed="rId3"/>
          <a:stretch>
            <a:fillRect/>
          </a:stretch>
        </p:blipFill>
        <p:spPr>
          <a:xfrm>
            <a:off x="1809750" y="1543420"/>
            <a:ext cx="8572500" cy="4762500"/>
          </a:xfrm>
          <a:prstGeom prst="rect">
            <a:avLst/>
          </a:prstGeom>
        </p:spPr>
      </p:pic>
      <p:grpSp>
        <p:nvGrpSpPr>
          <p:cNvPr id="10" name="Group 9">
            <a:extLst>
              <a:ext uri="{FF2B5EF4-FFF2-40B4-BE49-F238E27FC236}">
                <a16:creationId xmlns:a16="http://schemas.microsoft.com/office/drawing/2014/main" id="{5B4FFADB-04F3-9ADA-10E1-73A9D4CF7F3A}"/>
              </a:ext>
            </a:extLst>
          </p:cNvPr>
          <p:cNvGrpSpPr/>
          <p:nvPr/>
        </p:nvGrpSpPr>
        <p:grpSpPr>
          <a:xfrm>
            <a:off x="232914" y="5822008"/>
            <a:ext cx="2890065" cy="914400"/>
            <a:chOff x="189371" y="5832894"/>
            <a:chExt cx="2890065" cy="914400"/>
          </a:xfrm>
        </p:grpSpPr>
        <p:sp>
          <p:nvSpPr>
            <p:cNvPr id="8" name="Rectangle 7">
              <a:extLst>
                <a:ext uri="{FF2B5EF4-FFF2-40B4-BE49-F238E27FC236}">
                  <a16:creationId xmlns:a16="http://schemas.microsoft.com/office/drawing/2014/main" id="{ED4569FD-1CA4-8B50-5F8E-82CD8728C2AB}"/>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9" name="Date Placeholder 3">
              <a:extLst>
                <a:ext uri="{FF2B5EF4-FFF2-40B4-BE49-F238E27FC236}">
                  <a16:creationId xmlns:a16="http://schemas.microsoft.com/office/drawing/2014/main" id="{58BF97E3-0E6C-DD18-9A6A-299784DBEF1D}"/>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11177886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49891-D8AF-546C-04F6-94AA00C938C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C724F56-131E-7F04-4EB9-258503DF216B}"/>
              </a:ext>
            </a:extLst>
          </p:cNvPr>
          <p:cNvSpPr>
            <a:spLocks noGrp="1"/>
          </p:cNvSpPr>
          <p:nvPr>
            <p:ph type="title"/>
          </p:nvPr>
        </p:nvSpPr>
        <p:spPr>
          <a:xfrm>
            <a:off x="233746" y="754134"/>
            <a:ext cx="11692521" cy="792088"/>
          </a:xfrm>
        </p:spPr>
        <p:txBody>
          <a:bodyPr/>
          <a:lstStyle/>
          <a:p>
            <a:r>
              <a:rPr lang="fr-CH">
                <a:latin typeface="Century Gothic"/>
                <a:ea typeface="Open Sans"/>
                <a:cs typeface="Open Sans"/>
              </a:rPr>
              <a:t>Régression polynomiale</a:t>
            </a:r>
            <a:endParaRPr lang="en-US"/>
          </a:p>
          <a:p>
            <a:r>
              <a:rPr lang="fr-CH" b="0">
                <a:latin typeface="Century Gothic"/>
                <a:ea typeface="Open Sans"/>
                <a:cs typeface="Open Sans"/>
              </a:rPr>
              <a:t>entre les médicaments et les causes de décès</a:t>
            </a:r>
            <a:endParaRPr lang="fr-CH">
              <a:latin typeface="Century Gothic"/>
              <a:ea typeface="Open Sans"/>
              <a:cs typeface="Open Sans"/>
            </a:endParaRPr>
          </a:p>
          <a:p>
            <a:endParaRPr lang="fr-CH"/>
          </a:p>
        </p:txBody>
      </p:sp>
      <p:sp>
        <p:nvSpPr>
          <p:cNvPr id="5" name="Espace réservé de la date 4">
            <a:extLst>
              <a:ext uri="{FF2B5EF4-FFF2-40B4-BE49-F238E27FC236}">
                <a16:creationId xmlns:a16="http://schemas.microsoft.com/office/drawing/2014/main" id="{DD246EE6-C803-9047-5790-940A70D8C7A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numéro de diapositive 6">
            <a:extLst>
              <a:ext uri="{FF2B5EF4-FFF2-40B4-BE49-F238E27FC236}">
                <a16:creationId xmlns:a16="http://schemas.microsoft.com/office/drawing/2014/main" id="{2FA1CA06-A174-C09A-6348-BC865781FC9F}"/>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4" name="Picture 3">
            <a:extLst>
              <a:ext uri="{FF2B5EF4-FFF2-40B4-BE49-F238E27FC236}">
                <a16:creationId xmlns:a16="http://schemas.microsoft.com/office/drawing/2014/main" id="{B39EF9E3-D9E9-A286-871C-947174C70EC9}"/>
              </a:ext>
            </a:extLst>
          </p:cNvPr>
          <p:cNvPicPr>
            <a:picLocks noChangeAspect="1"/>
          </p:cNvPicPr>
          <p:nvPr/>
        </p:nvPicPr>
        <p:blipFill>
          <a:blip r:embed="rId3"/>
          <a:stretch>
            <a:fillRect/>
          </a:stretch>
        </p:blipFill>
        <p:spPr>
          <a:xfrm>
            <a:off x="1809750" y="1543420"/>
            <a:ext cx="8572500" cy="4762500"/>
          </a:xfrm>
          <a:prstGeom prst="rect">
            <a:avLst/>
          </a:prstGeom>
        </p:spPr>
      </p:pic>
      <p:grpSp>
        <p:nvGrpSpPr>
          <p:cNvPr id="10" name="Group 9">
            <a:extLst>
              <a:ext uri="{FF2B5EF4-FFF2-40B4-BE49-F238E27FC236}">
                <a16:creationId xmlns:a16="http://schemas.microsoft.com/office/drawing/2014/main" id="{79549C76-5C25-E877-4613-C7019A74EA10}"/>
              </a:ext>
            </a:extLst>
          </p:cNvPr>
          <p:cNvGrpSpPr/>
          <p:nvPr/>
        </p:nvGrpSpPr>
        <p:grpSpPr>
          <a:xfrm>
            <a:off x="232914" y="5822008"/>
            <a:ext cx="2890065" cy="914400"/>
            <a:chOff x="189371" y="5832894"/>
            <a:chExt cx="2890065" cy="914400"/>
          </a:xfrm>
        </p:grpSpPr>
        <p:sp>
          <p:nvSpPr>
            <p:cNvPr id="8" name="Rectangle 7">
              <a:extLst>
                <a:ext uri="{FF2B5EF4-FFF2-40B4-BE49-F238E27FC236}">
                  <a16:creationId xmlns:a16="http://schemas.microsoft.com/office/drawing/2014/main" id="{5657FA94-7349-CBB3-1F27-A87AA18F76B0}"/>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9" name="Date Placeholder 3">
              <a:extLst>
                <a:ext uri="{FF2B5EF4-FFF2-40B4-BE49-F238E27FC236}">
                  <a16:creationId xmlns:a16="http://schemas.microsoft.com/office/drawing/2014/main" id="{E00D750D-223C-20D6-0E05-FD0DB8B7C1BE}"/>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1774614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11E62-BF65-C476-6031-EC79F8F57C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7F91946-26ED-FBA4-8D37-ACA1F172CF49}"/>
              </a:ext>
            </a:extLst>
          </p:cNvPr>
          <p:cNvSpPr>
            <a:spLocks noGrp="1"/>
          </p:cNvSpPr>
          <p:nvPr>
            <p:ph type="title"/>
          </p:nvPr>
        </p:nvSpPr>
        <p:spPr>
          <a:xfrm>
            <a:off x="233746" y="754134"/>
            <a:ext cx="11692521" cy="792088"/>
          </a:xfrm>
        </p:spPr>
        <p:txBody>
          <a:bodyPr/>
          <a:lstStyle/>
          <a:p>
            <a:r>
              <a:rPr lang="fr-CH">
                <a:latin typeface="Century Gothic"/>
                <a:ea typeface="Open Sans"/>
                <a:cs typeface="Open Sans"/>
              </a:rPr>
              <a:t>Régression polynomiale</a:t>
            </a:r>
            <a:endParaRPr lang="en-US"/>
          </a:p>
          <a:p>
            <a:r>
              <a:rPr lang="fr-CH" b="0">
                <a:latin typeface="Century Gothic"/>
                <a:ea typeface="Open Sans"/>
                <a:cs typeface="Open Sans"/>
              </a:rPr>
              <a:t>entre les médicaments et les causes de décès</a:t>
            </a:r>
            <a:endParaRPr lang="fr-CH">
              <a:latin typeface="Century Gothic"/>
              <a:ea typeface="Open Sans"/>
              <a:cs typeface="Open Sans"/>
            </a:endParaRPr>
          </a:p>
          <a:p>
            <a:endParaRPr lang="fr-CH"/>
          </a:p>
        </p:txBody>
      </p:sp>
      <p:sp>
        <p:nvSpPr>
          <p:cNvPr id="5" name="Espace réservé de la date 4">
            <a:extLst>
              <a:ext uri="{FF2B5EF4-FFF2-40B4-BE49-F238E27FC236}">
                <a16:creationId xmlns:a16="http://schemas.microsoft.com/office/drawing/2014/main" id="{DC3166AA-6C30-0D77-416D-9323BA1D488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numéro de diapositive 6">
            <a:extLst>
              <a:ext uri="{FF2B5EF4-FFF2-40B4-BE49-F238E27FC236}">
                <a16:creationId xmlns:a16="http://schemas.microsoft.com/office/drawing/2014/main" id="{39631B29-D4C6-74FD-0A63-4DE299F42BE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Picture 2">
            <a:extLst>
              <a:ext uri="{FF2B5EF4-FFF2-40B4-BE49-F238E27FC236}">
                <a16:creationId xmlns:a16="http://schemas.microsoft.com/office/drawing/2014/main" id="{0DAA36E4-509D-54EF-EF67-9F4979DA2AAE}"/>
              </a:ext>
            </a:extLst>
          </p:cNvPr>
          <p:cNvPicPr>
            <a:picLocks noChangeAspect="1"/>
          </p:cNvPicPr>
          <p:nvPr/>
        </p:nvPicPr>
        <p:blipFill>
          <a:blip r:embed="rId3"/>
          <a:stretch>
            <a:fillRect/>
          </a:stretch>
        </p:blipFill>
        <p:spPr>
          <a:xfrm>
            <a:off x="1809750" y="1543420"/>
            <a:ext cx="8572500" cy="4762500"/>
          </a:xfrm>
          <a:prstGeom prst="rect">
            <a:avLst/>
          </a:prstGeom>
        </p:spPr>
      </p:pic>
      <p:grpSp>
        <p:nvGrpSpPr>
          <p:cNvPr id="10" name="Group 9">
            <a:extLst>
              <a:ext uri="{FF2B5EF4-FFF2-40B4-BE49-F238E27FC236}">
                <a16:creationId xmlns:a16="http://schemas.microsoft.com/office/drawing/2014/main" id="{5785BF36-B306-A190-02DB-E64C28EC8D47}"/>
              </a:ext>
            </a:extLst>
          </p:cNvPr>
          <p:cNvGrpSpPr/>
          <p:nvPr/>
        </p:nvGrpSpPr>
        <p:grpSpPr>
          <a:xfrm>
            <a:off x="232914" y="5822008"/>
            <a:ext cx="2890065" cy="914400"/>
            <a:chOff x="189371" y="5832894"/>
            <a:chExt cx="2890065" cy="914400"/>
          </a:xfrm>
        </p:grpSpPr>
        <p:sp>
          <p:nvSpPr>
            <p:cNvPr id="8" name="Rectangle 7">
              <a:extLst>
                <a:ext uri="{FF2B5EF4-FFF2-40B4-BE49-F238E27FC236}">
                  <a16:creationId xmlns:a16="http://schemas.microsoft.com/office/drawing/2014/main" id="{0DB4D58B-AAD7-D014-23E5-C105A7DC0FE7}"/>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9" name="Date Placeholder 3">
              <a:extLst>
                <a:ext uri="{FF2B5EF4-FFF2-40B4-BE49-F238E27FC236}">
                  <a16:creationId xmlns:a16="http://schemas.microsoft.com/office/drawing/2014/main" id="{5CDDE207-F97A-3C01-0439-8056664ADF08}"/>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4675655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C75D8B-4A48-3F81-4A85-A920B98431BB}"/>
              </a:ext>
            </a:extLst>
          </p:cNvPr>
          <p:cNvSpPr>
            <a:spLocks noGrp="1"/>
          </p:cNvSpPr>
          <p:nvPr>
            <p:ph type="title"/>
          </p:nvPr>
        </p:nvSpPr>
        <p:spPr/>
        <p:txBody>
          <a:bodyPr/>
          <a:lstStyle/>
          <a:p>
            <a:r>
              <a:rPr lang="fr-CH"/>
              <a:t>PCA </a:t>
            </a:r>
          </a:p>
        </p:txBody>
      </p:sp>
      <p:sp>
        <p:nvSpPr>
          <p:cNvPr id="5" name="Espace réservé de la date 4">
            <a:extLst>
              <a:ext uri="{FF2B5EF4-FFF2-40B4-BE49-F238E27FC236}">
                <a16:creationId xmlns:a16="http://schemas.microsoft.com/office/drawing/2014/main" id="{57DBFD51-3AD3-C97D-95C2-3885C58A7A0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numéro de diapositive 6">
            <a:extLst>
              <a:ext uri="{FF2B5EF4-FFF2-40B4-BE49-F238E27FC236}">
                <a16:creationId xmlns:a16="http://schemas.microsoft.com/office/drawing/2014/main" id="{C31673B4-C34B-B612-7100-3D1C29B7EF3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nvGrpSpPr>
          <p:cNvPr id="9" name="Group 8">
            <a:extLst>
              <a:ext uri="{FF2B5EF4-FFF2-40B4-BE49-F238E27FC236}">
                <a16:creationId xmlns:a16="http://schemas.microsoft.com/office/drawing/2014/main" id="{53EFD964-9481-BA0E-31CC-CB11CD64A1FE}"/>
              </a:ext>
            </a:extLst>
          </p:cNvPr>
          <p:cNvGrpSpPr/>
          <p:nvPr/>
        </p:nvGrpSpPr>
        <p:grpSpPr>
          <a:xfrm>
            <a:off x="232914" y="5822008"/>
            <a:ext cx="2890065" cy="914400"/>
            <a:chOff x="189371" y="5832894"/>
            <a:chExt cx="2890065" cy="914400"/>
          </a:xfrm>
        </p:grpSpPr>
        <p:sp>
          <p:nvSpPr>
            <p:cNvPr id="4" name="Rectangle 3">
              <a:extLst>
                <a:ext uri="{FF2B5EF4-FFF2-40B4-BE49-F238E27FC236}">
                  <a16:creationId xmlns:a16="http://schemas.microsoft.com/office/drawing/2014/main" id="{B7CC5179-3985-8DC9-72FA-2E76B29EA91E}"/>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8" name="Date Placeholder 3">
              <a:extLst>
                <a:ext uri="{FF2B5EF4-FFF2-40B4-BE49-F238E27FC236}">
                  <a16:creationId xmlns:a16="http://schemas.microsoft.com/office/drawing/2014/main" id="{58DA0994-DAB5-947D-3094-7107B2DFBC13}"/>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pic>
        <p:nvPicPr>
          <p:cNvPr id="14" name="Content Placeholder 13">
            <a:extLst>
              <a:ext uri="{FF2B5EF4-FFF2-40B4-BE49-F238E27FC236}">
                <a16:creationId xmlns:a16="http://schemas.microsoft.com/office/drawing/2014/main" id="{44A6474C-29DB-31CF-6FAF-806FF93DBB0A}"/>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41300" y="2265098"/>
            <a:ext cx="5753100" cy="3196166"/>
          </a:xfrm>
        </p:spPr>
      </p:pic>
      <p:pic>
        <p:nvPicPr>
          <p:cNvPr id="18" name="Content Placeholder 17">
            <a:extLst>
              <a:ext uri="{FF2B5EF4-FFF2-40B4-BE49-F238E27FC236}">
                <a16:creationId xmlns:a16="http://schemas.microsoft.com/office/drawing/2014/main" id="{C9D21963-3305-9280-EBD4-B8F2D371F7E6}"/>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197600" y="1855708"/>
            <a:ext cx="5735638" cy="4014946"/>
          </a:xfrm>
        </p:spPr>
      </p:pic>
    </p:spTree>
    <p:extLst>
      <p:ext uri="{BB962C8B-B14F-4D97-AF65-F5344CB8AC3E}">
        <p14:creationId xmlns:p14="http://schemas.microsoft.com/office/powerpoint/2010/main" val="208165814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4C9EB-83D8-3C27-4643-3111445D7B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5BB2B9A-703B-A5CA-22EE-1B589D76BD60}"/>
              </a:ext>
            </a:extLst>
          </p:cNvPr>
          <p:cNvSpPr>
            <a:spLocks noGrp="1"/>
          </p:cNvSpPr>
          <p:nvPr>
            <p:ph type="title"/>
          </p:nvPr>
        </p:nvSpPr>
        <p:spPr/>
        <p:txBody>
          <a:bodyPr/>
          <a:lstStyle/>
          <a:p>
            <a:r>
              <a:rPr lang="fr-CH"/>
              <a:t>PCA</a:t>
            </a:r>
          </a:p>
        </p:txBody>
      </p:sp>
      <p:pic>
        <p:nvPicPr>
          <p:cNvPr id="16" name="Content Placeholder 15">
            <a:extLst>
              <a:ext uri="{FF2B5EF4-FFF2-40B4-BE49-F238E27FC236}">
                <a16:creationId xmlns:a16="http://schemas.microsoft.com/office/drawing/2014/main" id="{7202E013-E1BF-6B37-F9EC-8ADE999DB36D}"/>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402272" y="1600200"/>
            <a:ext cx="5431155" cy="4525963"/>
          </a:xfrm>
        </p:spPr>
      </p:pic>
      <p:pic>
        <p:nvPicPr>
          <p:cNvPr id="18" name="Content Placeholder 17">
            <a:extLst>
              <a:ext uri="{FF2B5EF4-FFF2-40B4-BE49-F238E27FC236}">
                <a16:creationId xmlns:a16="http://schemas.microsoft.com/office/drawing/2014/main" id="{2C50994C-00E4-03E2-5706-2724EC0834A0}"/>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236692" y="1600200"/>
            <a:ext cx="5657453" cy="4525963"/>
          </a:xfrm>
        </p:spPr>
      </p:pic>
      <p:sp>
        <p:nvSpPr>
          <p:cNvPr id="5" name="Espace réservé de la date 4">
            <a:extLst>
              <a:ext uri="{FF2B5EF4-FFF2-40B4-BE49-F238E27FC236}">
                <a16:creationId xmlns:a16="http://schemas.microsoft.com/office/drawing/2014/main" id="{09CAAE95-CE93-37B9-D337-DE77BBC7CD7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Espace réservé du pied de page 5">
            <a:extLst>
              <a:ext uri="{FF2B5EF4-FFF2-40B4-BE49-F238E27FC236}">
                <a16:creationId xmlns:a16="http://schemas.microsoft.com/office/drawing/2014/main" id="{75A8A51A-8D50-7338-9D2D-ECB3E245F2EA}"/>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1. Demo course</a:t>
            </a:r>
          </a:p>
        </p:txBody>
      </p:sp>
      <p:sp>
        <p:nvSpPr>
          <p:cNvPr id="7" name="Espace réservé du numéro de diapositive 6">
            <a:extLst>
              <a:ext uri="{FF2B5EF4-FFF2-40B4-BE49-F238E27FC236}">
                <a16:creationId xmlns:a16="http://schemas.microsoft.com/office/drawing/2014/main" id="{296696B3-E010-BA5E-A1ED-8026A390894E}"/>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nvGrpSpPr>
          <p:cNvPr id="9" name="Group 8">
            <a:extLst>
              <a:ext uri="{FF2B5EF4-FFF2-40B4-BE49-F238E27FC236}">
                <a16:creationId xmlns:a16="http://schemas.microsoft.com/office/drawing/2014/main" id="{556775CB-8E3A-5BFF-9ECE-B57D6078D030}"/>
              </a:ext>
            </a:extLst>
          </p:cNvPr>
          <p:cNvGrpSpPr/>
          <p:nvPr/>
        </p:nvGrpSpPr>
        <p:grpSpPr>
          <a:xfrm>
            <a:off x="232914" y="5822008"/>
            <a:ext cx="2890065" cy="914400"/>
            <a:chOff x="189371" y="5832894"/>
            <a:chExt cx="2890065" cy="914400"/>
          </a:xfrm>
        </p:grpSpPr>
        <p:sp>
          <p:nvSpPr>
            <p:cNvPr id="4" name="Rectangle 3">
              <a:extLst>
                <a:ext uri="{FF2B5EF4-FFF2-40B4-BE49-F238E27FC236}">
                  <a16:creationId xmlns:a16="http://schemas.microsoft.com/office/drawing/2014/main" id="{A9E716D5-A527-A193-D7D1-9A61EC65D737}"/>
                </a:ext>
              </a:extLst>
            </p:cNvPr>
            <p:cNvSpPr/>
            <p:nvPr/>
          </p:nvSpPr>
          <p:spPr>
            <a:xfrm>
              <a:off x="189371" y="5832894"/>
              <a:ext cx="1197427" cy="9144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8" name="Date Placeholder 3">
              <a:extLst>
                <a:ext uri="{FF2B5EF4-FFF2-40B4-BE49-F238E27FC236}">
                  <a16:creationId xmlns:a16="http://schemas.microsoft.com/office/drawing/2014/main" id="{E03DB209-4D1C-6845-936E-0E38E0A3FBFD}"/>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spTree>
    <p:extLst>
      <p:ext uri="{BB962C8B-B14F-4D97-AF65-F5344CB8AC3E}">
        <p14:creationId xmlns:p14="http://schemas.microsoft.com/office/powerpoint/2010/main" val="4897055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E4003-72F7-E2EC-CFCC-9FE02B5CE6F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3430B71-76D5-63CC-FD44-91D8E4FCC68B}"/>
              </a:ext>
            </a:extLst>
          </p:cNvPr>
          <p:cNvSpPr>
            <a:spLocks noGrp="1"/>
          </p:cNvSpPr>
          <p:nvPr>
            <p:ph type="title"/>
          </p:nvPr>
        </p:nvSpPr>
        <p:spPr/>
        <p:txBody>
          <a:bodyPr/>
          <a:lstStyle/>
          <a:p>
            <a:r>
              <a:rPr lang="fr-CH"/>
              <a:t>PCA</a:t>
            </a:r>
          </a:p>
        </p:txBody>
      </p:sp>
      <p:sp>
        <p:nvSpPr>
          <p:cNvPr id="5" name="Espace réservé de la date 4">
            <a:extLst>
              <a:ext uri="{FF2B5EF4-FFF2-40B4-BE49-F238E27FC236}">
                <a16:creationId xmlns:a16="http://schemas.microsoft.com/office/drawing/2014/main" id="{2D06A161-0E7E-C130-AD57-5EBA813EF1D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Dr P.-A. Mudry</a:t>
            </a:r>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Espace réservé du numéro de diapositive 6">
            <a:extLst>
              <a:ext uri="{FF2B5EF4-FFF2-40B4-BE49-F238E27FC236}">
                <a16:creationId xmlns:a16="http://schemas.microsoft.com/office/drawing/2014/main" id="{9632E8F4-D771-04FC-0C61-A28BB0BD30FE}"/>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040C7-4060-4381-887A-2EF827EF70EC}" type="slidenum">
              <a:rPr kumimoji="0" lang="fr-CH" sz="1000" b="0" i="0" u="none" strike="noStrike" kern="1200" cap="none" spc="0" normalizeH="0" baseline="0" noProof="0" smtClean="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fr-CH" sz="1000" b="0" i="0" u="none" strike="noStrike" kern="1200" cap="none" spc="0" normalizeH="0" baseline="0" noProof="0">
              <a:ln>
                <a:noFill/>
              </a:ln>
              <a:solidFill>
                <a:prstClr val="black">
                  <a:lumMod val="65000"/>
                  <a:lumOff val="35000"/>
                </a:prstClr>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grpSp>
        <p:nvGrpSpPr>
          <p:cNvPr id="10" name="Group 9">
            <a:extLst>
              <a:ext uri="{FF2B5EF4-FFF2-40B4-BE49-F238E27FC236}">
                <a16:creationId xmlns:a16="http://schemas.microsoft.com/office/drawing/2014/main" id="{C8DDA68A-CA14-DDD8-0B06-62BAA51E12A9}"/>
              </a:ext>
            </a:extLst>
          </p:cNvPr>
          <p:cNvGrpSpPr/>
          <p:nvPr/>
        </p:nvGrpSpPr>
        <p:grpSpPr>
          <a:xfrm>
            <a:off x="243799" y="6355408"/>
            <a:ext cx="2879180" cy="381000"/>
            <a:chOff x="200256" y="6366294"/>
            <a:chExt cx="2879180" cy="381000"/>
          </a:xfrm>
        </p:grpSpPr>
        <p:sp>
          <p:nvSpPr>
            <p:cNvPr id="8" name="Rectangle 7">
              <a:extLst>
                <a:ext uri="{FF2B5EF4-FFF2-40B4-BE49-F238E27FC236}">
                  <a16:creationId xmlns:a16="http://schemas.microsoft.com/office/drawing/2014/main" id="{35003C5F-DE44-E43F-6F19-8BACB1A6E4C7}"/>
                </a:ext>
              </a:extLst>
            </p:cNvPr>
            <p:cNvSpPr/>
            <p:nvPr/>
          </p:nvSpPr>
          <p:spPr>
            <a:xfrm>
              <a:off x="200256" y="6366294"/>
              <a:ext cx="1077685" cy="381000"/>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vert="horz" wrap="square" lIns="90000" rIns="90000" rtlCol="0" anchor="ctr" anchorCtr="1">
              <a:spAutoFit/>
            </a:bodyPr>
            <a:lstStyle/>
            <a:p>
              <a:pPr marL="383322" indent="-293764" algn="ctr">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sz="2000" b="1" err="1">
                <a:solidFill>
                  <a:srgbClr val="7030A0"/>
                </a:solidFill>
                <a:latin typeface="Consolas" pitchFamily="49" charset="0"/>
              </a:endParaRPr>
            </a:p>
          </p:txBody>
        </p:sp>
        <p:sp>
          <p:nvSpPr>
            <p:cNvPr id="9" name="Date Placeholder 3">
              <a:extLst>
                <a:ext uri="{FF2B5EF4-FFF2-40B4-BE49-F238E27FC236}">
                  <a16:creationId xmlns:a16="http://schemas.microsoft.com/office/drawing/2014/main" id="{76868CB4-1CDE-32BA-90C1-ED7A75866145}"/>
                </a:ext>
              </a:extLst>
            </p:cNvPr>
            <p:cNvSpPr txBox="1">
              <a:spLocks/>
            </p:cNvSpPr>
            <p:nvPr/>
          </p:nvSpPr>
          <p:spPr>
            <a:xfrm>
              <a:off x="234636"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grpSp>
      <p:pic>
        <p:nvPicPr>
          <p:cNvPr id="14" name="Content Placeholder 13">
            <a:extLst>
              <a:ext uri="{FF2B5EF4-FFF2-40B4-BE49-F238E27FC236}">
                <a16:creationId xmlns:a16="http://schemas.microsoft.com/office/drawing/2014/main" id="{033F9B97-6232-7AFD-B712-6BF0F2615BC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89123" y="1600200"/>
            <a:ext cx="5657453" cy="4525963"/>
          </a:xfrm>
        </p:spPr>
      </p:pic>
      <p:pic>
        <p:nvPicPr>
          <p:cNvPr id="18" name="Content Placeholder 17">
            <a:extLst>
              <a:ext uri="{FF2B5EF4-FFF2-40B4-BE49-F238E27FC236}">
                <a16:creationId xmlns:a16="http://schemas.microsoft.com/office/drawing/2014/main" id="{118FD069-0F93-3A54-C3C1-9AC2DC9258E8}"/>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236692" y="1600200"/>
            <a:ext cx="5657453" cy="4525963"/>
          </a:xfrm>
        </p:spPr>
      </p:pic>
    </p:spTree>
    <p:extLst>
      <p:ext uri="{BB962C8B-B14F-4D97-AF65-F5344CB8AC3E}">
        <p14:creationId xmlns:p14="http://schemas.microsoft.com/office/powerpoint/2010/main" val="3509628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AE2F0D-EF4E-CC4F-F9EA-E4458FEA2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26AC2-3017-E007-6967-830099643FCA}"/>
              </a:ext>
            </a:extLst>
          </p:cNvPr>
          <p:cNvSpPr>
            <a:spLocks noGrp="1"/>
          </p:cNvSpPr>
          <p:nvPr>
            <p:ph type="title"/>
          </p:nvPr>
        </p:nvSpPr>
        <p:spPr/>
        <p:txBody>
          <a:bodyPr/>
          <a:lstStyle/>
          <a:p>
            <a:r>
              <a:rPr lang="fr-CH">
                <a:latin typeface="Century Gothic"/>
                <a:ea typeface="Open Sans"/>
                <a:cs typeface="Open Sans"/>
              </a:rPr>
              <a:t>Statistique</a:t>
            </a:r>
            <a:endParaRPr lang="fr-CH">
              <a:solidFill>
                <a:srgbClr val="FF0000"/>
              </a:solidFill>
            </a:endParaRPr>
          </a:p>
        </p:txBody>
      </p:sp>
      <p:sp>
        <p:nvSpPr>
          <p:cNvPr id="7" name="Slide Number Placeholder 6">
            <a:extLst>
              <a:ext uri="{FF2B5EF4-FFF2-40B4-BE49-F238E27FC236}">
                <a16:creationId xmlns:a16="http://schemas.microsoft.com/office/drawing/2014/main" id="{1E24AF37-9145-571B-5E55-818DF5D0064C}"/>
              </a:ext>
            </a:extLst>
          </p:cNvPr>
          <p:cNvSpPr>
            <a:spLocks noGrp="1"/>
          </p:cNvSpPr>
          <p:nvPr>
            <p:ph type="sldNum" sz="quarter" idx="4"/>
          </p:nvPr>
        </p:nvSpPr>
        <p:spPr/>
        <p:txBody>
          <a:bodyPr/>
          <a:lstStyle/>
          <a:p>
            <a:fld id="{23C040C7-4060-4381-887A-2EF827EF70EC}" type="slidenum">
              <a:rPr lang="fr-CH" smtClean="0"/>
              <a:pPr/>
              <a:t>29</a:t>
            </a:fld>
            <a:endParaRPr lang="fr-CH"/>
          </a:p>
        </p:txBody>
      </p:sp>
      <p:sp>
        <p:nvSpPr>
          <p:cNvPr id="4" name="Date Placeholder 3">
            <a:extLst>
              <a:ext uri="{FF2B5EF4-FFF2-40B4-BE49-F238E27FC236}">
                <a16:creationId xmlns:a16="http://schemas.microsoft.com/office/drawing/2014/main" id="{B2449B4B-CC82-D0BF-6996-30A65C0E0402}"/>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9" name="Content Placeholder 5">
            <a:extLst>
              <a:ext uri="{FF2B5EF4-FFF2-40B4-BE49-F238E27FC236}">
                <a16:creationId xmlns:a16="http://schemas.microsoft.com/office/drawing/2014/main" id="{02715D38-88C5-CF91-5C9A-1EA1C4004CA6}"/>
              </a:ext>
            </a:extLst>
          </p:cNvPr>
          <p:cNvPicPr>
            <a:picLocks noChangeAspect="1"/>
          </p:cNvPicPr>
          <p:nvPr/>
        </p:nvPicPr>
        <p:blipFill>
          <a:blip r:embed="rId3"/>
          <a:stretch>
            <a:fillRect/>
          </a:stretch>
        </p:blipFill>
        <p:spPr>
          <a:xfrm>
            <a:off x="2793930" y="947634"/>
            <a:ext cx="6598587" cy="4951235"/>
          </a:xfrm>
          <a:prstGeom prst="rect">
            <a:avLst/>
          </a:prstGeom>
        </p:spPr>
      </p:pic>
    </p:spTree>
    <p:extLst>
      <p:ext uri="{BB962C8B-B14F-4D97-AF65-F5344CB8AC3E}">
        <p14:creationId xmlns:p14="http://schemas.microsoft.com/office/powerpoint/2010/main" val="713463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D71A8-E36D-6176-ED31-28FF183FA52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07C6903-E70E-D588-8EB8-EA9A0AE4730B}"/>
              </a:ext>
            </a:extLst>
          </p:cNvPr>
          <p:cNvSpPr>
            <a:spLocks noGrp="1"/>
          </p:cNvSpPr>
          <p:nvPr>
            <p:ph type="sldNum" sz="quarter" idx="4"/>
          </p:nvPr>
        </p:nvSpPr>
        <p:spPr/>
        <p:txBody>
          <a:bodyPr/>
          <a:lstStyle/>
          <a:p>
            <a:fld id="{23C040C7-4060-4381-887A-2EF827EF70EC}" type="slidenum">
              <a:rPr lang="fr-CH" smtClean="0"/>
              <a:pPr/>
              <a:t>30</a:t>
            </a:fld>
            <a:endParaRPr lang="fr-CH"/>
          </a:p>
        </p:txBody>
      </p:sp>
      <p:sp>
        <p:nvSpPr>
          <p:cNvPr id="4" name="Date Placeholder 3">
            <a:extLst>
              <a:ext uri="{FF2B5EF4-FFF2-40B4-BE49-F238E27FC236}">
                <a16:creationId xmlns:a16="http://schemas.microsoft.com/office/drawing/2014/main" id="{9CE82894-E9D3-4ADF-91E3-951AB6876364}"/>
              </a:ext>
            </a:extLst>
          </p:cNvPr>
          <p:cNvSpPr txBox="1">
            <a:spLocks/>
          </p:cNvSpPr>
          <p:nvPr/>
        </p:nvSpPr>
        <p:spPr>
          <a:xfrm>
            <a:off x="241003" y="6520260"/>
            <a:ext cx="2844800" cy="221109"/>
          </a:xfrm>
          <a:prstGeom prst="rect">
            <a:avLst/>
          </a:prstGeom>
        </p:spPr>
        <p:txBody>
          <a:bodyPr vert="horz" lIns="91440" tIns="45720" rIns="91440" bIns="45720" rtlCol="0" anchor="ctr">
            <a:normAutofit fontScale="92500" lnSpcReduction="10000"/>
          </a:bodyPr>
          <a:lstStyle>
            <a:lvl1pPr marL="342900" indent="-342900" algn="l" defTabSz="914400" rtl="0" eaLnBrk="1" latinLnBrk="0" hangingPunct="1">
              <a:spcBef>
                <a:spcPct val="20000"/>
              </a:spcBef>
              <a:buClr>
                <a:schemeClr val="accent1">
                  <a:lumMod val="75000"/>
                </a:schemeClr>
              </a:buClr>
              <a:buSzPct val="50000"/>
              <a:buFont typeface="Inter Light" panose="02000503000000020004" pitchFamily="2" charset="0"/>
              <a:buChar char="►"/>
              <a:defRPr sz="2800" kern="1200">
                <a:solidFill>
                  <a:schemeClr val="tx1"/>
                </a:solidFill>
                <a:latin typeface="Open Sans" pitchFamily="2" charset="0"/>
                <a:ea typeface="Open Sans" pitchFamily="2" charset="0"/>
                <a:cs typeface="Open Sans" pitchFamily="2" charset="0"/>
              </a:defRPr>
            </a:lvl1pPr>
            <a:lvl2pPr marL="742950" indent="-285750" algn="l" defTabSz="914400" rtl="0" eaLnBrk="1" latinLnBrk="0" hangingPunct="1">
              <a:spcBef>
                <a:spcPct val="20000"/>
              </a:spcBef>
              <a:buClr>
                <a:schemeClr val="accent1">
                  <a:lumMod val="75000"/>
                </a:schemeClr>
              </a:buClr>
              <a:buFont typeface="Wingdings 3" pitchFamily="18" charset="2"/>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spcBef>
                <a:spcPct val="20000"/>
              </a:spcBef>
              <a:buClr>
                <a:schemeClr val="accent1">
                  <a:lumMod val="75000"/>
                </a:schemeClr>
              </a:buClr>
              <a:buFont typeface="Arial"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spcBef>
                <a:spcPct val="20000"/>
              </a:spcBef>
              <a:buClr>
                <a:schemeClr val="accent1">
                  <a:lumMod val="75000"/>
                </a:schemeClr>
              </a:buClr>
              <a:buFont typeface="Arial"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spcBef>
                <a:spcPts val="0"/>
              </a:spcBef>
              <a:buClrTx/>
              <a:buSzTx/>
              <a:buFontTx/>
              <a:buNone/>
              <a:defRPr/>
            </a:pPr>
            <a:r>
              <a:rPr lang="fr-CH" sz="1000" err="1">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rPr>
              <a:t>ProbStatIT</a:t>
            </a:r>
            <a:endParaRPr lang="fr-CH" sz="1000">
              <a:solidFill>
                <a:prstClr val="black">
                  <a:lumMod val="65000"/>
                  <a:lumOff val="35000"/>
                </a:prstClr>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8" name="Content Placeholder 7">
            <a:extLst>
              <a:ext uri="{FF2B5EF4-FFF2-40B4-BE49-F238E27FC236}">
                <a16:creationId xmlns:a16="http://schemas.microsoft.com/office/drawing/2014/main" id="{E981D8C9-50C2-1BCB-E7F8-24FBD529C6CA}"/>
              </a:ext>
            </a:extLst>
          </p:cNvPr>
          <p:cNvPicPr>
            <a:picLocks noGrp="1" noChangeAspect="1"/>
          </p:cNvPicPr>
          <p:nvPr>
            <p:ph sz="half" idx="1"/>
          </p:nvPr>
        </p:nvPicPr>
        <p:blipFill>
          <a:blip r:embed="rId3"/>
          <a:stretch>
            <a:fillRect/>
          </a:stretch>
        </p:blipFill>
        <p:spPr>
          <a:xfrm>
            <a:off x="241003" y="1846655"/>
            <a:ext cx="5857301" cy="2839128"/>
          </a:xfrm>
          <a:prstGeom prst="rect">
            <a:avLst/>
          </a:prstGeom>
        </p:spPr>
      </p:pic>
      <p:sp>
        <p:nvSpPr>
          <p:cNvPr id="2" name="TextBox 1">
            <a:extLst>
              <a:ext uri="{FF2B5EF4-FFF2-40B4-BE49-F238E27FC236}">
                <a16:creationId xmlns:a16="http://schemas.microsoft.com/office/drawing/2014/main" id="{203C3FED-F696-6AC9-3603-7E5ABB77C4D3}"/>
              </a:ext>
            </a:extLst>
          </p:cNvPr>
          <p:cNvSpPr txBox="1"/>
          <p:nvPr/>
        </p:nvSpPr>
        <p:spPr>
          <a:xfrm>
            <a:off x="236782" y="4825004"/>
            <a:ext cx="32294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mn-lt"/>
                <a:cs typeface="+mn-lt"/>
              </a:rPr>
              <a:t>https://www.obsan.admin.ch/fr</a:t>
            </a:r>
            <a:endParaRPr lang="en-US"/>
          </a:p>
        </p:txBody>
      </p:sp>
      <p:pic>
        <p:nvPicPr>
          <p:cNvPr id="6" name="Picture 5">
            <a:extLst>
              <a:ext uri="{FF2B5EF4-FFF2-40B4-BE49-F238E27FC236}">
                <a16:creationId xmlns:a16="http://schemas.microsoft.com/office/drawing/2014/main" id="{F94C6F8C-BD31-DB1A-B3E9-01AED0F7989D}"/>
              </a:ext>
            </a:extLst>
          </p:cNvPr>
          <p:cNvPicPr>
            <a:picLocks noChangeAspect="1"/>
          </p:cNvPicPr>
          <p:nvPr/>
        </p:nvPicPr>
        <p:blipFill>
          <a:blip r:embed="rId4"/>
          <a:stretch>
            <a:fillRect/>
          </a:stretch>
        </p:blipFill>
        <p:spPr>
          <a:xfrm>
            <a:off x="6099922" y="2084294"/>
            <a:ext cx="6088156" cy="2348753"/>
          </a:xfrm>
          <a:prstGeom prst="rect">
            <a:avLst/>
          </a:prstGeom>
        </p:spPr>
      </p:pic>
      <p:sp>
        <p:nvSpPr>
          <p:cNvPr id="10" name="Title 1">
            <a:extLst>
              <a:ext uri="{FF2B5EF4-FFF2-40B4-BE49-F238E27FC236}">
                <a16:creationId xmlns:a16="http://schemas.microsoft.com/office/drawing/2014/main" id="{D7B6D919-EA2B-7002-7923-23DCA76FDF5F}"/>
              </a:ext>
            </a:extLst>
          </p:cNvPr>
          <p:cNvSpPr>
            <a:spLocks noGrp="1"/>
          </p:cNvSpPr>
          <p:nvPr>
            <p:ph type="title"/>
          </p:nvPr>
        </p:nvSpPr>
        <p:spPr>
          <a:xfrm>
            <a:off x="241003" y="260648"/>
            <a:ext cx="11692521" cy="792088"/>
          </a:xfrm>
        </p:spPr>
        <p:txBody>
          <a:bodyPr/>
          <a:lstStyle/>
          <a:p>
            <a:r>
              <a:rPr lang="fr-CH">
                <a:latin typeface="Century Gothic"/>
                <a:ea typeface="Open Sans"/>
                <a:cs typeface="Open Sans"/>
              </a:rPr>
              <a:t>Sources</a:t>
            </a:r>
            <a:endParaRPr lang="en-US"/>
          </a:p>
        </p:txBody>
      </p:sp>
      <p:sp>
        <p:nvSpPr>
          <p:cNvPr id="11" name="TextBox 10">
            <a:extLst>
              <a:ext uri="{FF2B5EF4-FFF2-40B4-BE49-F238E27FC236}">
                <a16:creationId xmlns:a16="http://schemas.microsoft.com/office/drawing/2014/main" id="{0847320E-7DB8-5DCD-C771-41F401126514}"/>
              </a:ext>
            </a:extLst>
          </p:cNvPr>
          <p:cNvSpPr txBox="1"/>
          <p:nvPr/>
        </p:nvSpPr>
        <p:spPr>
          <a:xfrm>
            <a:off x="6099699" y="4825004"/>
            <a:ext cx="584712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mn-lt"/>
                <a:cs typeface="+mn-lt"/>
              </a:rPr>
              <a:t>https://www.bfs.admin.ch/bfs/fr/home/ofs/office-federal-statistique.html</a:t>
            </a:r>
            <a:endParaRPr lang="en-US" dirty="0"/>
          </a:p>
        </p:txBody>
      </p:sp>
      <p:sp>
        <p:nvSpPr>
          <p:cNvPr id="3" name="TextBox 2">
            <a:extLst>
              <a:ext uri="{FF2B5EF4-FFF2-40B4-BE49-F238E27FC236}">
                <a16:creationId xmlns:a16="http://schemas.microsoft.com/office/drawing/2014/main" id="{466C0D9B-7262-0754-7838-4D01D70807B8}"/>
              </a:ext>
            </a:extLst>
          </p:cNvPr>
          <p:cNvSpPr txBox="1"/>
          <p:nvPr/>
        </p:nvSpPr>
        <p:spPr>
          <a:xfrm>
            <a:off x="6099699" y="5479702"/>
            <a:ext cx="58471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https://www.bafu.admin.ch/fr/lofev</a:t>
            </a:r>
            <a:endParaRPr lang="en-US" dirty="0"/>
          </a:p>
        </p:txBody>
      </p:sp>
    </p:spTree>
    <p:extLst>
      <p:ext uri="{BB962C8B-B14F-4D97-AF65-F5344CB8AC3E}">
        <p14:creationId xmlns:p14="http://schemas.microsoft.com/office/powerpoint/2010/main" val="6093825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5_HEVS Template">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0033B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vert="horz" wrap="square" lIns="90000" rIns="90000" rtlCol="0" anchor="ctr" anchorCtr="1">
        <a:spAutoFit/>
      </a:bodyPr>
      <a:lstStyle>
        <a:defPPr marL="383322" indent="-293764">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sz="2000" b="1" dirty="0" err="1" smtClean="0">
            <a:solidFill>
              <a:srgbClr val="7030A0"/>
            </a:solidFill>
            <a:latin typeface="Consolas" pitchFamily="49" charset="0"/>
          </a:defRPr>
        </a:defPPr>
      </a:lstStyle>
      <a:style>
        <a:lnRef idx="1">
          <a:schemeClr val="accent3"/>
        </a:lnRef>
        <a:fillRef idx="2">
          <a:schemeClr val="accent3"/>
        </a:fillRef>
        <a:effectRef idx="1">
          <a:schemeClr val="accent3"/>
        </a:effectRef>
        <a:fontRef idx="minor">
          <a:schemeClr val="dk1"/>
        </a:fontRef>
      </a:style>
    </a:spDef>
    <a:lnDef>
      <a:spPr>
        <a:ln w="12700">
          <a:tailEnd type="arrow"/>
        </a:ln>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fe021b2-da91-4e07-992b-99c9d5bd38c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BE432095BF2BE42ACB66A65D7E04D5F" ma:contentTypeVersion="11" ma:contentTypeDescription="Crée un document." ma:contentTypeScope="" ma:versionID="1fd9488e5af65f2eb4728e17d2d1ff19">
  <xsd:schema xmlns:xsd="http://www.w3.org/2001/XMLSchema" xmlns:xs="http://www.w3.org/2001/XMLSchema" xmlns:p="http://schemas.microsoft.com/office/2006/metadata/properties" xmlns:ns3="cfe021b2-da91-4e07-992b-99c9d5bd38ce" targetNamespace="http://schemas.microsoft.com/office/2006/metadata/properties" ma:root="true" ma:fieldsID="2483f5be4712c7a5c6a7cdd1ca2ebd16" ns3:_="">
    <xsd:import namespace="cfe021b2-da91-4e07-992b-99c9d5bd38ce"/>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e021b2-da91-4e07-992b-99c9d5bd38c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6CA7C3-5467-41A0-A6A5-CAC955E7D149}">
  <ds:schemaRefs>
    <ds:schemaRef ds:uri="http://schemas.microsoft.com/sharepoint/v3/contenttype/forms"/>
  </ds:schemaRefs>
</ds:datastoreItem>
</file>

<file path=customXml/itemProps2.xml><?xml version="1.0" encoding="utf-8"?>
<ds:datastoreItem xmlns:ds="http://schemas.openxmlformats.org/officeDocument/2006/customXml" ds:itemID="{F759E773-22B4-4E72-98E9-9A972373B22D}">
  <ds:schemaRefs>
    <ds:schemaRef ds:uri="http://schemas.microsoft.com/office/2006/metadata/properties"/>
    <ds:schemaRef ds:uri="http://purl.org/dc/dcmitype/"/>
    <ds:schemaRef ds:uri="http://schemas.microsoft.com/office/2006/documentManagement/types"/>
    <ds:schemaRef ds:uri="http://www.w3.org/XML/1998/namespace"/>
    <ds:schemaRef ds:uri="http://purl.org/dc/elements/1.1/"/>
    <ds:schemaRef ds:uri="cfe021b2-da91-4e07-992b-99c9d5bd38ce"/>
    <ds:schemaRef ds:uri="http://schemas.openxmlformats.org/package/2006/metadata/core-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7DB0B33D-E865-4B00-B70C-776DACB14D2E}">
  <ds:schemaRefs>
    <ds:schemaRef ds:uri="cfe021b2-da91-4e07-992b-99c9d5bd38c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Projet_presentation_individuelle (2)</Template>
  <TotalTime>0</TotalTime>
  <Words>1512</Words>
  <Application>Microsoft Office PowerPoint</Application>
  <PresentationFormat>Widescreen</PresentationFormat>
  <Paragraphs>281</Paragraphs>
  <Slides>30</Slides>
  <Notes>24</Notes>
  <HiddenSlides>8</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Arial,Sans-Serif</vt:lpstr>
      <vt:lpstr>Calibri</vt:lpstr>
      <vt:lpstr>Century Gothic</vt:lpstr>
      <vt:lpstr>Consolas</vt:lpstr>
      <vt:lpstr>Inter Light</vt:lpstr>
      <vt:lpstr>Open Sans</vt:lpstr>
      <vt:lpstr>Open Sans Light</vt:lpstr>
      <vt:lpstr>Wingdings 3</vt:lpstr>
      <vt:lpstr>5_HEVS Template</vt:lpstr>
      <vt:lpstr>PowerPoint Presentation</vt:lpstr>
      <vt:lpstr>Evolution de la santé en Suisse</vt:lpstr>
      <vt:lpstr>Plan de projet </vt:lpstr>
      <vt:lpstr>Répartition</vt:lpstr>
      <vt:lpstr>PowerPoint Presentation</vt:lpstr>
      <vt:lpstr>Causes de décès en Suisse</vt:lpstr>
      <vt:lpstr>Causes de décès</vt:lpstr>
      <vt:lpstr>PowerPoint Presentation</vt:lpstr>
      <vt:lpstr>Régression linéaire pour chaque catégorie </vt:lpstr>
      <vt:lpstr>Régression linéaire pour chaque catégorie </vt:lpstr>
      <vt:lpstr>PowerPoint Presentation</vt:lpstr>
      <vt:lpstr>Médicaments en Suisse</vt:lpstr>
      <vt:lpstr>Médicaments</vt:lpstr>
      <vt:lpstr>PowerPoint Presentation</vt:lpstr>
      <vt:lpstr>PowerPoint Presentation</vt:lpstr>
      <vt:lpstr>Corrélation</vt:lpstr>
      <vt:lpstr>Corrélation</vt:lpstr>
      <vt:lpstr>Corrélation</vt:lpstr>
      <vt:lpstr>Corrélation</vt:lpstr>
      <vt:lpstr>Corrélation de Pearson  entre les médicaments et les causes de décès </vt:lpstr>
      <vt:lpstr>Corrélation de Pearson  entre les médicaments et les causes de décès </vt:lpstr>
      <vt:lpstr>Régression polynomiale entre les médicaments et les causes de décès </vt:lpstr>
      <vt:lpstr>Régression polynomiale entre les médicaments et les causes de décès </vt:lpstr>
      <vt:lpstr>Régression polynomiale entre les médicaments et les causes de décès </vt:lpstr>
      <vt:lpstr>Régression polynomiale entre les médicaments et les causes de décès </vt:lpstr>
      <vt:lpstr>PCA </vt:lpstr>
      <vt:lpstr>PCA</vt:lpstr>
      <vt:lpstr>PCA</vt:lpstr>
      <vt:lpstr>Statistique</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Henry Lucas</dc:creator>
  <cp:keywords>ISC</cp:keywords>
  <cp:lastModifiedBy>Zanad Maroua</cp:lastModifiedBy>
  <cp:revision>2</cp:revision>
  <dcterms:created xsi:type="dcterms:W3CDTF">2026-01-14T21:01:04Z</dcterms:created>
  <dcterms:modified xsi:type="dcterms:W3CDTF">2026-01-15T22:42:25Z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0x0101008BE432095BF2BE42ACB66A65D7E04D5F</vt:lpwstr>
  </property>
</Properties>
</file>
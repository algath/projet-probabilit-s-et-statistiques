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63" r:id="rId4"/>
  </p:sldMasterIdLst>
  <p:notesMasterIdLst>
    <p:notesMasterId r:id="rId9"/>
  </p:notesMasterIdLst>
  <p:handoutMasterIdLst>
    <p:handoutMasterId r:id="rId10"/>
  </p:handoutMasterIdLst>
  <p:sldIdLst>
    <p:sldId id="773" r:id="rId5"/>
    <p:sldId id="811" r:id="rId6"/>
    <p:sldId id="812" r:id="rId7"/>
    <p:sldId id="813" r:id="rId8"/>
  </p:sldIdLst>
  <p:sldSz cx="12192000" cy="6858000"/>
  <p:notesSz cx="7099300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s" id="{7C826870-920B-4148-9F65-EC0CA3E72225}">
          <p14:sldIdLst>
            <p14:sldId id="773"/>
            <p14:sldId id="811"/>
            <p14:sldId id="812"/>
            <p14:sldId id="81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ierre-André Mudry" initials="mui" lastIdx="1" clrIdx="0">
    <p:extLst>
      <p:ext uri="{19B8F6BF-5375-455C-9EA6-DF929625EA0E}">
        <p15:presenceInfo xmlns:p15="http://schemas.microsoft.com/office/powerpoint/2012/main" userId="Pierre-André Mudr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7F5D5"/>
    <a:srgbClr val="E3F7D9"/>
    <a:srgbClr val="EBEBB5"/>
    <a:srgbClr val="CC0099"/>
    <a:srgbClr val="1947A3"/>
    <a:srgbClr val="FCC704"/>
    <a:srgbClr val="4B86E7"/>
    <a:srgbClr val="A8227B"/>
    <a:srgbClr val="CC0066"/>
    <a:srgbClr val="0CE2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881204-1834-43EC-BC85-FBED33FD4DAB}" v="2" dt="2025-11-25T13:23:03.1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87605" autoAdjust="0"/>
  </p:normalViewPr>
  <p:slideViewPr>
    <p:cSldViewPr>
      <p:cViewPr varScale="1">
        <p:scale>
          <a:sx n="133" d="100"/>
          <a:sy n="133" d="100"/>
        </p:scale>
        <p:origin x="1284" y="30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32" d="100"/>
        <a:sy n="232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6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nad Maroua" userId="3c8c1996-05ae-44ec-be8b-279f65d1a65a" providerId="ADAL" clId="{C4A395A7-2EF0-4F9E-8DE1-68D41C3A6BA2}"/>
    <pc:docChg chg="modSld">
      <pc:chgData name="Zanad Maroua" userId="3c8c1996-05ae-44ec-be8b-279f65d1a65a" providerId="ADAL" clId="{C4A395A7-2EF0-4F9E-8DE1-68D41C3A6BA2}" dt="2025-11-25T13:23:51.153" v="55" actId="20577"/>
      <pc:docMkLst>
        <pc:docMk/>
      </pc:docMkLst>
      <pc:sldChg chg="modSp mod">
        <pc:chgData name="Zanad Maroua" userId="3c8c1996-05ae-44ec-be8b-279f65d1a65a" providerId="ADAL" clId="{C4A395A7-2EF0-4F9E-8DE1-68D41C3A6BA2}" dt="2025-11-25T13:23:51.153" v="55" actId="20577"/>
        <pc:sldMkLst>
          <pc:docMk/>
          <pc:sldMk cId="119865947" sldId="773"/>
        </pc:sldMkLst>
        <pc:spChg chg="mod">
          <ac:chgData name="Zanad Maroua" userId="3c8c1996-05ae-44ec-be8b-279f65d1a65a" providerId="ADAL" clId="{C4A395A7-2EF0-4F9E-8DE1-68D41C3A6BA2}" dt="2025-11-25T13:23:22.476" v="4" actId="14100"/>
          <ac:spMkLst>
            <pc:docMk/>
            <pc:sldMk cId="119865947" sldId="773"/>
            <ac:spMk id="2" creationId="{E4F79EE6-74B4-B586-A262-974F141C1300}"/>
          </ac:spMkLst>
        </pc:spChg>
        <pc:spChg chg="mod">
          <ac:chgData name="Zanad Maroua" userId="3c8c1996-05ae-44ec-be8b-279f65d1a65a" providerId="ADAL" clId="{C4A395A7-2EF0-4F9E-8DE1-68D41C3A6BA2}" dt="2025-11-25T13:23:51.153" v="55" actId="20577"/>
          <ac:spMkLst>
            <pc:docMk/>
            <pc:sldMk cId="119865947" sldId="773"/>
            <ac:spMk id="3" creationId="{4A999ABB-7846-8388-8605-9AF93B146BD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021296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r">
              <a:defRPr sz="1200"/>
            </a:lvl1pPr>
          </a:lstStyle>
          <a:p>
            <a:fld id="{A9A38115-2533-4DD5-A77A-754771AFE5B4}" type="datetimeFigureOut">
              <a:rPr lang="fr-FR" smtClean="0"/>
              <a:pPr/>
              <a:t>25/11/2025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2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021296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r">
              <a:defRPr sz="1200"/>
            </a:lvl1pPr>
          </a:lstStyle>
          <a:p>
            <a:fld id="{B8D95ED4-4302-4B9F-9D23-41135BD21B7E}" type="slidenum">
              <a:rPr lang="fr-CH" smtClean="0"/>
              <a:pPr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61805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6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r">
              <a:defRPr sz="1200"/>
            </a:lvl1pPr>
          </a:lstStyle>
          <a:p>
            <a:fld id="{935D434A-8A59-4F13-9A59-26B08A6D282A}" type="datetimeFigureOut">
              <a:rPr lang="fr-FR" smtClean="0"/>
              <a:pPr/>
              <a:t>25/11/2025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766763"/>
            <a:ext cx="6823075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49" tIns="47373" rIns="94749" bIns="47373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1"/>
            <a:ext cx="5679440" cy="4605577"/>
          </a:xfrm>
          <a:prstGeom prst="rect">
            <a:avLst/>
          </a:prstGeom>
        </p:spPr>
        <p:txBody>
          <a:bodyPr vert="horz" lIns="94749" tIns="47373" rIns="94749" bIns="47373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6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r">
              <a:defRPr sz="1200"/>
            </a:lvl1pPr>
          </a:lstStyle>
          <a:p>
            <a:fld id="{9E3519E5-025F-4B1C-8C8E-E5E4EA4A6412}" type="slidenum">
              <a:rPr lang="fr-CH" smtClean="0"/>
              <a:pPr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4990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457200" y="719138"/>
            <a:ext cx="6400800" cy="3602037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fr-CH" sz="8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2587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70B3-5C3A-E372-BFC0-C3901FECC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3A9B30-9C0D-D3C1-3C88-BCCD6EB8D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12C252D-E5B4-8901-8A42-D7C966A19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1AE91E-75A0-FD79-3004-CEA94469A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6317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0178-B1BA-E8ED-2676-441E7DCB0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CA42142-7B0E-AB5D-0330-37589AE88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1AB8F0-E3A1-D5BE-6BEF-FBA1ADB15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924916-B30F-C546-B7E8-B881EDDB9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45170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57DFB-54D9-3237-38FA-283B0DD1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7DCD94E-6B74-D363-749D-BCDB6F21F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C713A9-4759-3B0A-3AE2-33F08E7E2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A56F57-3B8F-CAB6-A913-7C0151D94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90836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mple exter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1007534" y="2420938"/>
            <a:ext cx="10176933" cy="2016125"/>
          </a:xfrm>
        </p:spPr>
        <p:txBody>
          <a:bodyPr>
            <a:normAutofit/>
          </a:bodyPr>
          <a:lstStyle>
            <a:lvl1pPr marL="0" indent="0" algn="l">
              <a:buNone/>
              <a:defRPr sz="7200" baseline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Roboto Condensed" pitchFamily="2" charset="0"/>
              </a:defRPr>
            </a:lvl1pPr>
            <a:lvl5pPr>
              <a:defRPr/>
            </a:lvl5pPr>
          </a:lstStyle>
          <a:p>
            <a:pPr lvl="0"/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CH" dirty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BAB171B-C3A4-4557-1E13-20F09DBC30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6E631C47-F2A2-9BB2-DBB1-BE5B1FDF1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26F02FD8-6A90-5053-B217-1C4845646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99971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73937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1004" y="1340768"/>
            <a:ext cx="11687472" cy="4921944"/>
          </a:xfrm>
        </p:spPr>
        <p:txBody>
          <a:bodyPr anchor="ctr"/>
          <a:lstStyle/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7726B9BA-DE2B-EA9E-FA15-D4404E9E5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9CD7C1CA-5DDA-E379-EF19-34F7C46C6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6E65DDC2-5C87-092F-F111-65C704A24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676621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-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19800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4404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dirty="0"/>
              <a:t>1. Modifiez le style du titre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C656BEB2-180A-C8F7-9BB2-C8699FD07C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63618DB3-1908-6999-9A6D-FAFA9781C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FE671695-BB8A-B4E3-0D1D-5DEA929D6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918260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41003" y="1600201"/>
            <a:ext cx="5753397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735924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1142E14E-0E00-7ABA-D9F4-7CDB0ACA09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pied de page 4">
            <a:extLst>
              <a:ext uri="{FF2B5EF4-FFF2-40B4-BE49-F238E27FC236}">
                <a16:creationId xmlns:a16="http://schemas.microsoft.com/office/drawing/2014/main" id="{4DA66138-192B-D3AD-9DEF-8AC4CB69A2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7614A7C1-6CCB-8716-B8FA-38C157D43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659805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57BBE351-0483-947B-013F-B7EAE02F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Espace réservé du pied de page 4">
            <a:extLst>
              <a:ext uri="{FF2B5EF4-FFF2-40B4-BE49-F238E27FC236}">
                <a16:creationId xmlns:a16="http://schemas.microsoft.com/office/drawing/2014/main" id="{77014DB8-3788-828D-4C36-178E3A58C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556BE6F4-0277-69C2-B65D-E415DC90B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025569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31371" y="332656"/>
            <a:ext cx="11329259" cy="7920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B46E37FB-28C4-8D62-2680-029171FE9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8C462E7F-1B50-6FB3-7AB7-4F4618AAE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5019A203-79EE-80D4-80BB-FFD8BAEE4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014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5E17B71C-EE35-1613-EC9A-D1ECE65899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22B0DF6-21E2-575C-75AF-2B4CE2527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8A8D04BB-8DB8-F380-9DCC-28A242A11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9117502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3768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A6D42AA8-4474-229D-9126-17DD8CA4AB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pied de page 4">
            <a:extLst>
              <a:ext uri="{FF2B5EF4-FFF2-40B4-BE49-F238E27FC236}">
                <a16:creationId xmlns:a16="http://schemas.microsoft.com/office/drawing/2014/main" id="{15129224-2931-BC25-602B-D7EC62AEDA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233307E3-26A1-8A9E-389D-215E4F05A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763696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AEE743D1-2C61-A07D-9920-13DAB7B79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2E122256-3D88-D1A1-F578-340CF4388F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8C4E9F1C-4045-7039-DD98-337201C2C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7181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BA34519D-2FD7-CB22-D470-8D498335AB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533F5B0F-7697-EF15-F026-3C49AA0256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779B7E0C-374B-4F6F-633B-F4DB3248C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2703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35360" y="188640"/>
            <a:ext cx="11523741" cy="7920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FC3937F0-C33D-2B51-679F-7A27A81A4C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E10A22BA-24E0-84FB-8ABB-B553D6FE1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95DD96A9-C072-6A50-E9CA-7B0F58E1B2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117571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_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26941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260648"/>
            <a:ext cx="11692521" cy="7920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/>
              <a:t>Cliquez pour modifier le style du titre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41003" y="1196752"/>
            <a:ext cx="11692522" cy="5062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22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3600" b="1" i="0" kern="1200">
          <a:solidFill>
            <a:schemeClr val="accent5">
              <a:lumMod val="50000"/>
            </a:schemeClr>
          </a:solidFill>
          <a:latin typeface="Century Gothic" panose="020B0502020202020204" pitchFamily="34" charset="0"/>
          <a:ea typeface="Open Sans" pitchFamily="2" charset="0"/>
          <a:cs typeface="Open Sans" pitchFamily="2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SzPct val="50000"/>
        <a:buFont typeface="Inter Light" panose="02000503000000020004" pitchFamily="2" charset="0"/>
        <a:buChar char="►"/>
        <a:defRPr sz="36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Wingdings 3" pitchFamily="18" charset="2"/>
        <a:buChar char=""/>
        <a:defRPr sz="36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•"/>
        <a:defRPr sz="3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–"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»"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79EE6-74B4-B586-A262-974F141C1300}"/>
              </a:ext>
            </a:extLst>
          </p:cNvPr>
          <p:cNvSpPr txBox="1"/>
          <p:nvPr/>
        </p:nvSpPr>
        <p:spPr>
          <a:xfrm>
            <a:off x="983432" y="2721114"/>
            <a:ext cx="74888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0" i="0" u="none" strike="noStrike" baseline="0" dirty="0">
                <a:latin typeface="SourceSansPro-Regular"/>
              </a:rPr>
              <a:t>Etude sur l’utilisation des médicaments</a:t>
            </a:r>
            <a:endParaRPr lang="fr-CH" sz="5400" dirty="0">
              <a:solidFill>
                <a:schemeClr val="tx1">
                  <a:lumMod val="65000"/>
                  <a:lumOff val="35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1" name="Picture 10" descr="A black and white text&#10;&#10;AI-generated content may be incorrect.">
            <a:extLst>
              <a:ext uri="{FF2B5EF4-FFF2-40B4-BE49-F238E27FC236}">
                <a16:creationId xmlns:a16="http://schemas.microsoft.com/office/drawing/2014/main" id="{2E11D006-07D4-D9FD-B827-1A86E14A34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99ABB-7846-8388-8605-9AF93B146BDA}"/>
              </a:ext>
            </a:extLst>
          </p:cNvPr>
          <p:cNvSpPr txBox="1">
            <a:spLocks/>
          </p:cNvSpPr>
          <p:nvPr/>
        </p:nvSpPr>
        <p:spPr>
          <a:xfrm>
            <a:off x="524477" y="4151404"/>
            <a:ext cx="11143046" cy="64807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36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36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chemeClr val="accent2"/>
              </a:buClr>
              <a:buSzPct val="80000"/>
              <a:buNone/>
            </a:pPr>
            <a:r>
              <a:rPr lang="fr-CH" sz="2400" b="1" i="1" u="sng" dirty="0"/>
              <a:t>Maroua Zanad, Lucas Henry, </a:t>
            </a:r>
            <a:r>
              <a:rPr lang="fr-CH" sz="2400" b="1" i="1" u="sng" dirty="0" err="1"/>
              <a:t>Vadym</a:t>
            </a:r>
            <a:r>
              <a:rPr lang="fr-CH" sz="2400" b="1" i="1" u="sng" dirty="0"/>
              <a:t> </a:t>
            </a:r>
            <a:r>
              <a:rPr lang="fr-CH" sz="2400" b="1" i="1" u="sng" dirty="0" err="1"/>
              <a:t>Chobu</a:t>
            </a:r>
            <a:endParaRPr lang="fr-CH" sz="2400" i="1" dirty="0"/>
          </a:p>
        </p:txBody>
      </p:sp>
    </p:spTree>
    <p:extLst>
      <p:ext uri="{BB962C8B-B14F-4D97-AF65-F5344CB8AC3E}">
        <p14:creationId xmlns:p14="http://schemas.microsoft.com/office/powerpoint/2010/main" val="11986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7360"/>
    </mc:Choice>
    <mc:Fallback xmlns="">
      <p:transition advTm="1736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59642-E5B6-BC45-0BE3-3AEE4B86F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B988-C23F-CA48-9881-12F56D4BF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Présentation du projet </a:t>
            </a:r>
            <a:r>
              <a:rPr lang="fr-CH" dirty="0">
                <a:solidFill>
                  <a:srgbClr val="FF0000"/>
                </a:solidFill>
              </a:rPr>
              <a:t>(2 minutes)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01909-4B88-F51A-76B3-9D2C5828DD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Contexte et problématique</a:t>
            </a:r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endParaRPr lang="fr-CH" sz="2400" b="1" dirty="0"/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Objectif(s)</a:t>
            </a:r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endParaRPr lang="fr-CH" sz="2400" b="1" dirty="0"/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Méthodes</a:t>
            </a:r>
            <a:endParaRPr lang="fr-CH" sz="20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6605D-9557-F1EA-8AFA-610CFA9309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2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BF36-D049-3ACF-0CE7-9D7DD7DA97F6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716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E206A-2211-9D78-6F35-8B558DE89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2575-ECA6-5E65-AF56-2C447369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Plan de projet </a:t>
            </a:r>
            <a:r>
              <a:rPr lang="fr-CH" dirty="0">
                <a:solidFill>
                  <a:srgbClr val="FF0000"/>
                </a:solidFill>
              </a:rPr>
              <a:t>(2 minutes)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F6B2C-4A1E-ECD3-1D83-18D8C81E6C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Explications du plan de projet et de la répartition du travail dans le groupe </a:t>
            </a:r>
            <a:endParaRPr lang="fr-CH" sz="20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1DD5F-A7A6-1040-6465-DD65ACF19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3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24922-5B5E-7D0D-3320-3EA5B61AA256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89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FBABE-983E-B7D5-3526-52EE6484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C19ED-14BA-9CE2-8784-047386E4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Votre contribution </a:t>
            </a:r>
            <a:r>
              <a:rPr lang="fr-CH" dirty="0">
                <a:solidFill>
                  <a:srgbClr val="FF0000"/>
                </a:solidFill>
              </a:rPr>
              <a:t>(3 minutes)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92B49-69B3-F49F-629D-8D67CB531E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Explications de votre contribution sur le projet et de vos premiers résultats</a:t>
            </a:r>
            <a:endParaRPr lang="fr-CH" sz="20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8D84E-B5FC-E494-125E-2F3BA61E4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4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FF285-7F0A-15CA-1A05-06B829B48E0B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930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5_HEVS Template">
  <a:themeElements>
    <a:clrScheme name="Custom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0033B3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vert="horz" wrap="square" lIns="90000" rIns="90000" rtlCol="0" anchor="ctr" anchorCtr="1">
        <a:spAutoFit/>
      </a:bodyPr>
      <a:lstStyle>
        <a:defPPr marL="383322" indent="-293764">
          <a:buSzPct val="45000"/>
          <a:buNone/>
          <a:tabLst>
            <a:tab pos="656650" algn="l"/>
            <a:tab pos="1313299" algn="l"/>
            <a:tab pos="1969949" algn="l"/>
            <a:tab pos="2626599" algn="l"/>
            <a:tab pos="3283248" algn="l"/>
            <a:tab pos="3939898" algn="l"/>
            <a:tab pos="4596548" algn="l"/>
            <a:tab pos="5253198" algn="l"/>
            <a:tab pos="5909847" algn="l"/>
            <a:tab pos="6566497" algn="l"/>
            <a:tab pos="7223147" algn="l"/>
            <a:tab pos="7879796" algn="l"/>
          </a:tabLst>
          <a:defRPr sz="2000" b="1" dirty="0" err="1" smtClean="0">
            <a:solidFill>
              <a:srgbClr val="7030A0"/>
            </a:solidFill>
            <a:latin typeface="Consolas" pitchFamily="49" charset="0"/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>
        <a:ln w="12700"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7800f0-a197-48df-b3d8-63ad447b0afe">
      <Terms xmlns="http://schemas.microsoft.com/office/infopath/2007/PartnerControls"/>
    </lcf76f155ced4ddcb4097134ff3c332f>
    <TaxCatchAll xmlns="e7634316-75c5-4675-ae1f-8517fcbfe30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AE827F9E369F47BA44DF5D5B04C2CA" ma:contentTypeVersion="11" ma:contentTypeDescription="Crée un document." ma:contentTypeScope="" ma:versionID="b7d19f48c3bb3549c387cdf7aa4712b4">
  <xsd:schema xmlns:xsd="http://www.w3.org/2001/XMLSchema" xmlns:xs="http://www.w3.org/2001/XMLSchema" xmlns:p="http://schemas.microsoft.com/office/2006/metadata/properties" xmlns:ns2="e7634316-75c5-4675-ae1f-8517fcbfe30d" xmlns:ns3="867800f0-a197-48df-b3d8-63ad447b0afe" targetNamespace="http://schemas.microsoft.com/office/2006/metadata/properties" ma:root="true" ma:fieldsID="5a40304e7c366f484882961a3762423f" ns2:_="" ns3:_="">
    <xsd:import namespace="e7634316-75c5-4675-ae1f-8517fcbfe30d"/>
    <xsd:import namespace="867800f0-a197-48df-b3d8-63ad447b0af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634316-75c5-4675-ae1f-8517fcbfe30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6bb7a529-b375-480f-bbfb-7cebc201035f}" ma:internalName="TaxCatchAll" ma:showField="CatchAllData" ma:web="e7634316-75c5-4675-ae1f-8517fcbfe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7800f0-a197-48df-b3d8-63ad447b0af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e5965820-1b97-4994-ad5a-2b1f2cea3fc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96CA7C3-5467-41A0-A6A5-CAC955E7D1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759E773-22B4-4E72-98E9-9A972373B22D}">
  <ds:schemaRefs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867800f0-a197-48df-b3d8-63ad447b0afe"/>
    <ds:schemaRef ds:uri="http://purl.org/dc/terms/"/>
    <ds:schemaRef ds:uri="http://schemas.openxmlformats.org/package/2006/metadata/core-properties"/>
    <ds:schemaRef ds:uri="http://purl.org/dc/dcmitype/"/>
    <ds:schemaRef ds:uri="e7634316-75c5-4675-ae1f-8517fcbfe30d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84B9BDF-6BDA-4CDE-91C7-275064FCDB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7634316-75c5-4675-ae1f-8517fcbfe30d"/>
    <ds:schemaRef ds:uri="867800f0-a197-48df-b3d8-63ad447b0af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77</Words>
  <Application>Microsoft Office PowerPoint</Application>
  <PresentationFormat>Widescreen</PresentationFormat>
  <Paragraphs>22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Arial</vt:lpstr>
      <vt:lpstr>Calibri</vt:lpstr>
      <vt:lpstr>Century Gothic</vt:lpstr>
      <vt:lpstr>Consolas</vt:lpstr>
      <vt:lpstr>Inter Light</vt:lpstr>
      <vt:lpstr>Open Sans</vt:lpstr>
      <vt:lpstr>Open Sans Light</vt:lpstr>
      <vt:lpstr>SourceSansPro-Regular</vt:lpstr>
      <vt:lpstr>Wingdings 3</vt:lpstr>
      <vt:lpstr>5_HEVS Template</vt:lpstr>
      <vt:lpstr>PowerPoint Presentation</vt:lpstr>
      <vt:lpstr>Présentation du projet (2 minutes)</vt:lpstr>
      <vt:lpstr>Plan de projet (2 minutes)</vt:lpstr>
      <vt:lpstr>Votre contribution (3 minutes)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ISC course</dc:title>
  <dc:creator>Pierre-André Mudry</dc:creator>
  <cp:keywords>ISC</cp:keywords>
  <cp:lastModifiedBy>Zanad Maroua</cp:lastModifiedBy>
  <cp:revision>206</cp:revision>
  <dcterms:created xsi:type="dcterms:W3CDTF">2020-02-18T12:13:53Z</dcterms:created>
  <dcterms:modified xsi:type="dcterms:W3CDTF">2025-11-25T13:23:59Z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0x0101007BAE827F9E369F47BA44DF5D5B04C2CA</vt:lpwstr>
  </property>
</Properties>
</file>
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63" r:id="rId4"/>
  </p:sldMasterIdLst>
  <p:notesMasterIdLst>
    <p:notesMasterId r:id="rId9"/>
  </p:notesMasterIdLst>
  <p:handoutMasterIdLst>
    <p:handoutMasterId r:id="rId10"/>
  </p:handoutMasterIdLst>
  <p:sldIdLst>
    <p:sldId id="773" r:id="rId5"/>
    <p:sldId id="811" r:id="rId6"/>
    <p:sldId id="812" r:id="rId7"/>
    <p:sldId id="813" r:id="rId8"/>
  </p:sldIdLst>
  <p:sldSz cx="12192000" cy="6858000"/>
  <p:notesSz cx="7099300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ésentations" id="{7C826870-920B-4148-9F65-EC0CA3E72225}">
          <p14:sldIdLst>
            <p14:sldId id="773"/>
            <p14:sldId id="811"/>
            <p14:sldId id="812"/>
            <p14:sldId id="81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ierre-André Mudry" initials="mui" lastIdx="1" clrIdx="0">
    <p:extLst>
      <p:ext uri="{19B8F6BF-5375-455C-9EA6-DF929625EA0E}">
        <p15:presenceInfo xmlns:p15="http://schemas.microsoft.com/office/powerpoint/2012/main" userId="Pierre-André Mudr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7F5D5"/>
    <a:srgbClr val="E3F7D9"/>
    <a:srgbClr val="EBEBB5"/>
    <a:srgbClr val="CC0099"/>
    <a:srgbClr val="1947A3"/>
    <a:srgbClr val="FCC704"/>
    <a:srgbClr val="4B86E7"/>
    <a:srgbClr val="A8227B"/>
    <a:srgbClr val="CC0066"/>
    <a:srgbClr val="0CE2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881204-1834-43EC-BC85-FBED33FD4DAB}" v="6" dt="2025-11-28T07:30:35.484"/>
    <p1510:client id="{4A1A1ABC-BCE8-48B7-B7DB-34700A7BB41D}" v="12" dt="2025-11-27T13:24:10.042"/>
    <p1510:client id="{87C3BB84-BD66-DCF3-B304-11183336E11F}" v="1" dt="2025-11-28T07:23:58.2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224"/>
        <p:guide pos="223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ry Lucas" userId="S::lucas.henry1@hes-so.ch::f42f6d5e-dd0c-45d0-8855-7a7b6c4b0d3e" providerId="AD" clId="Web-{87C3BB84-BD66-DCF3-B304-11183336E11F}"/>
    <pc:docChg chg="sldOrd">
      <pc:chgData name="Henry Lucas" userId="S::lucas.henry1@hes-so.ch::f42f6d5e-dd0c-45d0-8855-7a7b6c4b0d3e" providerId="AD" clId="Web-{87C3BB84-BD66-DCF3-B304-11183336E11F}" dt="2025-11-28T07:23:58.260" v="0"/>
      <pc:docMkLst>
        <pc:docMk/>
      </pc:docMkLst>
      <pc:sldChg chg="ord">
        <pc:chgData name="Henry Lucas" userId="S::lucas.henry1@hes-so.ch::f42f6d5e-dd0c-45d0-8855-7a7b6c4b0d3e" providerId="AD" clId="Web-{87C3BB84-BD66-DCF3-B304-11183336E11F}" dt="2025-11-28T07:23:58.260" v="0"/>
        <pc:sldMkLst>
          <pc:docMk/>
          <pc:sldMk cId="3845443206" sldId="814"/>
        </pc:sldMkLst>
      </pc:sldChg>
    </pc:docChg>
  </pc:docChgLst>
  <pc:docChgLst>
    <pc:chgData name="Zanad Maroua" userId="3c8c1996-05ae-44ec-be8b-279f65d1a65a" providerId="ADAL" clId="{C4A395A7-2EF0-4F9E-8DE1-68D41C3A6BA2}"/>
    <pc:docChg chg="delSld modSld modSection">
      <pc:chgData name="Zanad Maroua" userId="3c8c1996-05ae-44ec-be8b-279f65d1a65a" providerId="ADAL" clId="{C4A395A7-2EF0-4F9E-8DE1-68D41C3A6BA2}" dt="2025-11-28T07:30:35.484" v="65" actId="20577"/>
      <pc:docMkLst>
        <pc:docMk/>
      </pc:docMkLst>
      <pc:sldChg chg="modSp mod">
        <pc:chgData name="Zanad Maroua" userId="3c8c1996-05ae-44ec-be8b-279f65d1a65a" providerId="ADAL" clId="{C4A395A7-2EF0-4F9E-8DE1-68D41C3A6BA2}" dt="2025-11-28T07:29:00.957" v="64" actId="114"/>
        <pc:sldMkLst>
          <pc:docMk/>
          <pc:sldMk cId="119865947" sldId="773"/>
        </pc:sldMkLst>
        <pc:spChg chg="mod">
          <ac:chgData name="Zanad Maroua" userId="3c8c1996-05ae-44ec-be8b-279f65d1a65a" providerId="ADAL" clId="{C4A395A7-2EF0-4F9E-8DE1-68D41C3A6BA2}" dt="2025-11-25T13:23:22.476" v="4" actId="14100"/>
          <ac:spMkLst>
            <pc:docMk/>
            <pc:sldMk cId="119865947" sldId="773"/>
            <ac:spMk id="2" creationId="{E4F79EE6-74B4-B586-A262-974F141C1300}"/>
          </ac:spMkLst>
        </pc:spChg>
        <pc:spChg chg="mod">
          <ac:chgData name="Zanad Maroua" userId="3c8c1996-05ae-44ec-be8b-279f65d1a65a" providerId="ADAL" clId="{C4A395A7-2EF0-4F9E-8DE1-68D41C3A6BA2}" dt="2025-11-28T07:29:00.957" v="64" actId="114"/>
          <ac:spMkLst>
            <pc:docMk/>
            <pc:sldMk cId="119865947" sldId="773"/>
            <ac:spMk id="3" creationId="{4A999ABB-7846-8388-8605-9AF93B146BDA}"/>
          </ac:spMkLst>
        </pc:spChg>
      </pc:sldChg>
      <pc:sldChg chg="modSp mod">
        <pc:chgData name="Zanad Maroua" userId="3c8c1996-05ae-44ec-be8b-279f65d1a65a" providerId="ADAL" clId="{C4A395A7-2EF0-4F9E-8DE1-68D41C3A6BA2}" dt="2025-11-28T07:30:35.484" v="65" actId="20577"/>
        <pc:sldMkLst>
          <pc:docMk/>
          <pc:sldMk cId="2637716327" sldId="811"/>
        </pc:sldMkLst>
        <pc:spChg chg="mod">
          <ac:chgData name="Zanad Maroua" userId="3c8c1996-05ae-44ec-be8b-279f65d1a65a" providerId="ADAL" clId="{C4A395A7-2EF0-4F9E-8DE1-68D41C3A6BA2}" dt="2025-11-28T07:30:35.484" v="65" actId="20577"/>
          <ac:spMkLst>
            <pc:docMk/>
            <pc:sldMk cId="2637716327" sldId="811"/>
            <ac:spMk id="2" creationId="{D2D5B988-C23F-CA48-9881-12F56D4BFF45}"/>
          </ac:spMkLst>
        </pc:spChg>
        <pc:spChg chg="mod">
          <ac:chgData name="Zanad Maroua" userId="3c8c1996-05ae-44ec-be8b-279f65d1a65a" providerId="ADAL" clId="{C4A395A7-2EF0-4F9E-8DE1-68D41C3A6BA2}" dt="2025-11-27T09:28:56.104" v="59" actId="20577"/>
          <ac:spMkLst>
            <pc:docMk/>
            <pc:sldMk cId="2637716327" sldId="811"/>
            <ac:spMk id="3" creationId="{3B001909-4B88-F51A-76B3-9D2C5828DD9D}"/>
          </ac:spMkLst>
        </pc:spChg>
      </pc:sldChg>
      <pc:sldChg chg="del">
        <pc:chgData name="Zanad Maroua" userId="3c8c1996-05ae-44ec-be8b-279f65d1a65a" providerId="ADAL" clId="{C4A395A7-2EF0-4F9E-8DE1-68D41C3A6BA2}" dt="2025-11-28T07:28:45.293" v="60" actId="2696"/>
        <pc:sldMkLst>
          <pc:docMk/>
          <pc:sldMk cId="3845443206" sldId="814"/>
        </pc:sldMkLst>
      </pc:sldChg>
      <pc:sldChg chg="del">
        <pc:chgData name="Zanad Maroua" userId="3c8c1996-05ae-44ec-be8b-279f65d1a65a" providerId="ADAL" clId="{C4A395A7-2EF0-4F9E-8DE1-68D41C3A6BA2}" dt="2025-11-28T07:28:47.393" v="61" actId="2696"/>
        <pc:sldMkLst>
          <pc:docMk/>
          <pc:sldMk cId="775291530" sldId="815"/>
        </pc:sldMkLst>
      </pc:sldChg>
    </pc:docChg>
  </pc:docChgLst>
  <pc:docChgLst>
    <pc:chgData name="Zanad Maroua" userId="3c8c1996-05ae-44ec-be8b-279f65d1a65a" providerId="ADAL" clId="{C5D2A7CB-567F-4B8E-9FC7-57D1CB8BF56D}"/>
    <pc:docChg chg="undo custSel addSld modSld modSection">
      <pc:chgData name="Zanad Maroua" userId="3c8c1996-05ae-44ec-be8b-279f65d1a65a" providerId="ADAL" clId="{C5D2A7CB-567F-4B8E-9FC7-57D1CB8BF56D}" dt="2025-11-27T13:24:52.886" v="1434" actId="20577"/>
      <pc:docMkLst>
        <pc:docMk/>
      </pc:docMkLst>
      <pc:sldChg chg="modSp mod">
        <pc:chgData name="Zanad Maroua" userId="3c8c1996-05ae-44ec-be8b-279f65d1a65a" providerId="ADAL" clId="{C5D2A7CB-567F-4B8E-9FC7-57D1CB8BF56D}" dt="2025-11-27T13:16:12.780" v="514" actId="20577"/>
        <pc:sldMkLst>
          <pc:docMk/>
          <pc:sldMk cId="2637716327" sldId="811"/>
        </pc:sldMkLst>
        <pc:spChg chg="mod">
          <ac:chgData name="Zanad Maroua" userId="3c8c1996-05ae-44ec-be8b-279f65d1a65a" providerId="ADAL" clId="{C5D2A7CB-567F-4B8E-9FC7-57D1CB8BF56D}" dt="2025-11-27T13:16:12.780" v="514" actId="20577"/>
          <ac:spMkLst>
            <pc:docMk/>
            <pc:sldMk cId="2637716327" sldId="811"/>
            <ac:spMk id="3" creationId="{3B001909-4B88-F51A-76B3-9D2C5828DD9D}"/>
          </ac:spMkLst>
        </pc:spChg>
      </pc:sldChg>
      <pc:sldChg chg="modSp mod">
        <pc:chgData name="Zanad Maroua" userId="3c8c1996-05ae-44ec-be8b-279f65d1a65a" providerId="ADAL" clId="{C5D2A7CB-567F-4B8E-9FC7-57D1CB8BF56D}" dt="2025-11-27T13:20:28.372" v="1132" actId="20577"/>
        <pc:sldMkLst>
          <pc:docMk/>
          <pc:sldMk cId="1836895627" sldId="812"/>
        </pc:sldMkLst>
        <pc:spChg chg="mod">
          <ac:chgData name="Zanad Maroua" userId="3c8c1996-05ae-44ec-be8b-279f65d1a65a" providerId="ADAL" clId="{C5D2A7CB-567F-4B8E-9FC7-57D1CB8BF56D}" dt="2025-11-27T13:20:28.372" v="1132" actId="20577"/>
          <ac:spMkLst>
            <pc:docMk/>
            <pc:sldMk cId="1836895627" sldId="812"/>
            <ac:spMk id="3" creationId="{943F6B2C-4A1E-ECD3-1D83-18D8C81E6C1F}"/>
          </ac:spMkLst>
        </pc:spChg>
      </pc:sldChg>
      <pc:sldChg chg="addSp modSp mod">
        <pc:chgData name="Zanad Maroua" userId="3c8c1996-05ae-44ec-be8b-279f65d1a65a" providerId="ADAL" clId="{C5D2A7CB-567F-4B8E-9FC7-57D1CB8BF56D}" dt="2025-11-27T13:24:52.886" v="1434" actId="20577"/>
        <pc:sldMkLst>
          <pc:docMk/>
          <pc:sldMk cId="701930509" sldId="813"/>
        </pc:sldMkLst>
        <pc:spChg chg="mod">
          <ac:chgData name="Zanad Maroua" userId="3c8c1996-05ae-44ec-be8b-279f65d1a65a" providerId="ADAL" clId="{C5D2A7CB-567F-4B8E-9FC7-57D1CB8BF56D}" dt="2025-11-27T13:21:03.343" v="1140" actId="20577"/>
          <ac:spMkLst>
            <pc:docMk/>
            <pc:sldMk cId="701930509" sldId="813"/>
            <ac:spMk id="2" creationId="{1D5C19ED-14BA-9CE2-8784-047386E47952}"/>
          </ac:spMkLst>
        </pc:spChg>
        <pc:spChg chg="mod">
          <ac:chgData name="Zanad Maroua" userId="3c8c1996-05ae-44ec-be8b-279f65d1a65a" providerId="ADAL" clId="{C5D2A7CB-567F-4B8E-9FC7-57D1CB8BF56D}" dt="2025-11-27T13:24:52.886" v="1434" actId="20577"/>
          <ac:spMkLst>
            <pc:docMk/>
            <pc:sldMk cId="701930509" sldId="813"/>
            <ac:spMk id="3" creationId="{9C692B49-69B3-F49F-629D-8D67CB531E1C}"/>
          </ac:spMkLst>
        </pc:spChg>
        <pc:spChg chg="add">
          <ac:chgData name="Zanad Maroua" userId="3c8c1996-05ae-44ec-be8b-279f65d1a65a" providerId="ADAL" clId="{C5D2A7CB-567F-4B8E-9FC7-57D1CB8BF56D}" dt="2025-11-27T13:23:26.569" v="1373"/>
          <ac:spMkLst>
            <pc:docMk/>
            <pc:sldMk cId="701930509" sldId="813"/>
            <ac:spMk id="5" creationId="{EA17D0A8-7069-F868-74E7-314D3083B8D9}"/>
          </ac:spMkLst>
        </pc:spChg>
        <pc:spChg chg="add mod">
          <ac:chgData name="Zanad Maroua" userId="3c8c1996-05ae-44ec-be8b-279f65d1a65a" providerId="ADAL" clId="{C5D2A7CB-567F-4B8E-9FC7-57D1CB8BF56D}" dt="2025-11-27T13:23:53.883" v="1378" actId="14100"/>
          <ac:spMkLst>
            <pc:docMk/>
            <pc:sldMk cId="701930509" sldId="813"/>
            <ac:spMk id="6" creationId="{C134DB9B-B046-295F-1DB5-06F9C61A11D7}"/>
          </ac:spMkLst>
        </pc:spChg>
        <pc:picChg chg="add mod">
          <ac:chgData name="Zanad Maroua" userId="3c8c1996-05ae-44ec-be8b-279f65d1a65a" providerId="ADAL" clId="{C5D2A7CB-567F-4B8E-9FC7-57D1CB8BF56D}" dt="2025-11-27T13:24:19.605" v="1386" actId="14100"/>
          <ac:picMkLst>
            <pc:docMk/>
            <pc:sldMk cId="701930509" sldId="813"/>
            <ac:picMk id="9" creationId="{8EC1AF7C-75A4-C1A5-5AA5-C42728D92190}"/>
          </ac:picMkLst>
        </pc:picChg>
      </pc:sldChg>
      <pc:sldChg chg="add">
        <pc:chgData name="Zanad Maroua" userId="3c8c1996-05ae-44ec-be8b-279f65d1a65a" providerId="ADAL" clId="{C5D2A7CB-567F-4B8E-9FC7-57D1CB8BF56D}" dt="2025-11-27T13:20:49.899" v="1133" actId="2890"/>
        <pc:sldMkLst>
          <pc:docMk/>
          <pc:sldMk cId="3845443206" sldId="814"/>
        </pc:sldMkLst>
      </pc:sldChg>
      <pc:sldChg chg="add">
        <pc:chgData name="Zanad Maroua" userId="3c8c1996-05ae-44ec-be8b-279f65d1a65a" providerId="ADAL" clId="{C5D2A7CB-567F-4B8E-9FC7-57D1CB8BF56D}" dt="2025-11-27T13:20:53.529" v="1134" actId="2890"/>
        <pc:sldMkLst>
          <pc:docMk/>
          <pc:sldMk cId="775291530" sldId="81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6363" cy="511731"/>
          </a:xfrm>
          <a:prstGeom prst="rect">
            <a:avLst/>
          </a:prstGeom>
        </p:spPr>
        <p:txBody>
          <a:bodyPr vert="horz" lIns="94749" tIns="47373" rIns="94749" bIns="47373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4021296" y="0"/>
            <a:ext cx="3076363" cy="511731"/>
          </a:xfrm>
          <a:prstGeom prst="rect">
            <a:avLst/>
          </a:prstGeom>
        </p:spPr>
        <p:txBody>
          <a:bodyPr vert="horz" lIns="94749" tIns="47373" rIns="94749" bIns="47373" rtlCol="0"/>
          <a:lstStyle>
            <a:lvl1pPr algn="r">
              <a:defRPr sz="1200"/>
            </a:lvl1pPr>
          </a:lstStyle>
          <a:p>
            <a:fld id="{A9A38115-2533-4DD5-A77A-754771AFE5B4}" type="datetimeFigureOut">
              <a:rPr lang="fr-FR" smtClean="0"/>
              <a:pPr/>
              <a:t>27/11/2025</a:t>
            </a:fld>
            <a:endParaRPr lang="fr-CH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2" y="9721107"/>
            <a:ext cx="3076363" cy="511731"/>
          </a:xfrm>
          <a:prstGeom prst="rect">
            <a:avLst/>
          </a:prstGeom>
        </p:spPr>
        <p:txBody>
          <a:bodyPr vert="horz" lIns="94749" tIns="47373" rIns="94749" bIns="47373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4021296" y="9721107"/>
            <a:ext cx="3076363" cy="511731"/>
          </a:xfrm>
          <a:prstGeom prst="rect">
            <a:avLst/>
          </a:prstGeom>
        </p:spPr>
        <p:txBody>
          <a:bodyPr vert="horz" lIns="94749" tIns="47373" rIns="94749" bIns="47373" rtlCol="0" anchor="b"/>
          <a:lstStyle>
            <a:lvl1pPr algn="r">
              <a:defRPr sz="1200"/>
            </a:lvl1pPr>
          </a:lstStyle>
          <a:p>
            <a:fld id="{B8D95ED4-4302-4B9F-9D23-41135BD21B7E}" type="slidenum">
              <a:rPr lang="fr-CH" smtClean="0"/>
              <a:pPr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6061805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6363" cy="511731"/>
          </a:xfrm>
          <a:prstGeom prst="rect">
            <a:avLst/>
          </a:prstGeom>
        </p:spPr>
        <p:txBody>
          <a:bodyPr vert="horz" lIns="94749" tIns="47373" rIns="94749" bIns="47373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1296" y="0"/>
            <a:ext cx="3076363" cy="511731"/>
          </a:xfrm>
          <a:prstGeom prst="rect">
            <a:avLst/>
          </a:prstGeom>
        </p:spPr>
        <p:txBody>
          <a:bodyPr vert="horz" lIns="94749" tIns="47373" rIns="94749" bIns="47373" rtlCol="0"/>
          <a:lstStyle>
            <a:lvl1pPr algn="r">
              <a:defRPr sz="1200"/>
            </a:lvl1pPr>
          </a:lstStyle>
          <a:p>
            <a:fld id="{935D434A-8A59-4F13-9A59-26B08A6D282A}" type="datetimeFigureOut">
              <a:rPr lang="fr-FR" smtClean="0"/>
              <a:pPr/>
              <a:t>27/11/2025</a:t>
            </a:fld>
            <a:endParaRPr lang="fr-CH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6763"/>
            <a:ext cx="6823075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49" tIns="47373" rIns="94749" bIns="47373" rtlCol="0" anchor="ctr"/>
          <a:lstStyle/>
          <a:p>
            <a:endParaRPr lang="fr-CH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9931" y="4861441"/>
            <a:ext cx="5679440" cy="4605577"/>
          </a:xfrm>
          <a:prstGeom prst="rect">
            <a:avLst/>
          </a:prstGeom>
        </p:spPr>
        <p:txBody>
          <a:bodyPr vert="horz" lIns="94749" tIns="47373" rIns="94749" bIns="47373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2" y="9721107"/>
            <a:ext cx="3076363" cy="511731"/>
          </a:xfrm>
          <a:prstGeom prst="rect">
            <a:avLst/>
          </a:prstGeom>
        </p:spPr>
        <p:txBody>
          <a:bodyPr vert="horz" lIns="94749" tIns="47373" rIns="94749" bIns="47373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1296" y="9721107"/>
            <a:ext cx="3076363" cy="511731"/>
          </a:xfrm>
          <a:prstGeom prst="rect">
            <a:avLst/>
          </a:prstGeom>
        </p:spPr>
        <p:txBody>
          <a:bodyPr vert="horz" lIns="94749" tIns="47373" rIns="94749" bIns="47373" rtlCol="0" anchor="b"/>
          <a:lstStyle>
            <a:lvl1pPr algn="r">
              <a:defRPr sz="1200"/>
            </a:lvl1pPr>
          </a:lstStyle>
          <a:p>
            <a:fld id="{9E3519E5-025F-4B1C-8C8E-E5E4EA4A6412}" type="slidenum">
              <a:rPr lang="fr-CH" smtClean="0"/>
              <a:pPr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394990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457200" y="719138"/>
            <a:ext cx="6400800" cy="3602037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fr-CH" sz="80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519E5-025F-4B1C-8C8E-E5E4EA4A6412}" type="slidenum">
              <a:rPr lang="fr-CH" smtClean="0"/>
              <a:pPr/>
              <a:t>1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0025870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E70B3-5C3A-E372-BFC0-C3901FECC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B3A9B30-9C0D-D3C1-3C88-BCCD6EB8D2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12C252D-E5B4-8901-8A42-D7C966A19C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41AE91E-75A0-FD79-3004-CEA94469AB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3519E5-025F-4B1C-8C8E-E5E4EA4A6412}" type="slidenum">
              <a:rPr lang="fr-CH" smtClean="0"/>
              <a:pPr/>
              <a:t>2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3963171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A0178-B1BA-E8ED-2676-441E7DCB0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CA42142-7B0E-AB5D-0330-37589AE88B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71AB8F0-E3A1-D5BE-6BEF-FBA1ADB15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7924916-B30F-C546-B7E8-B881EDDB9F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3519E5-025F-4B1C-8C8E-E5E4EA4A6412}" type="slidenum">
              <a:rPr lang="fr-CH" smtClean="0"/>
              <a:pPr/>
              <a:t>3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451707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57DFB-54D9-3237-38FA-283B0DD11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7DCD94E-6B74-D363-749D-BCDB6F21F6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7C713A9-4759-3B0A-3AE2-33F08E7E2E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5A56F57-3B8F-CAB6-A913-7C0151D945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3519E5-025F-4B1C-8C8E-E5E4EA4A6412}" type="slidenum">
              <a:rPr lang="fr-CH" smtClean="0"/>
              <a:pPr/>
              <a:t>4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690836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mple ex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exte 6"/>
          <p:cNvSpPr>
            <a:spLocks noGrp="1"/>
          </p:cNvSpPr>
          <p:nvPr>
            <p:ph type="body" sz="quarter" idx="13" hasCustomPrompt="1"/>
          </p:nvPr>
        </p:nvSpPr>
        <p:spPr>
          <a:xfrm>
            <a:off x="1007534" y="2420938"/>
            <a:ext cx="10176933" cy="2016125"/>
          </a:xfrm>
        </p:spPr>
        <p:txBody>
          <a:bodyPr>
            <a:normAutofit/>
          </a:bodyPr>
          <a:lstStyle>
            <a:lvl1pPr marL="0" indent="0" algn="l">
              <a:buNone/>
              <a:defRPr sz="7200" baseline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Roboto Condensed" pitchFamily="2" charset="0"/>
              </a:defRPr>
            </a:lvl1pPr>
            <a:lvl5pPr>
              <a:defRPr/>
            </a:lvl5pPr>
          </a:lstStyle>
          <a:p>
            <a:pPr lvl="0"/>
            <a:r>
              <a:rPr lang="fr-FR" err="1"/>
              <a:t>Demo</a:t>
            </a:r>
            <a:r>
              <a:rPr lang="fr-FR"/>
              <a:t> </a:t>
            </a:r>
            <a:r>
              <a:rPr lang="fr-FR" err="1"/>
              <a:t>text</a:t>
            </a:r>
            <a:endParaRPr lang="fr-CH"/>
          </a:p>
        </p:txBody>
      </p:sp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9BAB171B-C3A4-4557-1E13-20F09DBC30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1003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LID4096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Dr P.-A. Mudry</a:t>
            </a:r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6E631C47-F2A2-9BB2-DBB1-BE5B1FDF18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667" y="6520260"/>
            <a:ext cx="3860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1. Demo course</a:t>
            </a:r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26F02FD8-6A90-5053-B217-1C48456468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8725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040C7-4060-4381-887A-2EF827EF70EC}" type="slidenum">
              <a:rPr kumimoji="0" lang="fr-CH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6999714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itre 1"/>
          <p:cNvSpPr>
            <a:spLocks noGrp="1"/>
          </p:cNvSpPr>
          <p:nvPr>
            <p:ph type="title"/>
          </p:nvPr>
        </p:nvSpPr>
        <p:spPr>
          <a:xfrm>
            <a:off x="241003" y="188641"/>
            <a:ext cx="11673937" cy="10073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23" name="Espace réservé du contenu 22"/>
          <p:cNvSpPr>
            <a:spLocks noGrp="1"/>
          </p:cNvSpPr>
          <p:nvPr>
            <p:ph sz="quarter" idx="10"/>
          </p:nvPr>
        </p:nvSpPr>
        <p:spPr>
          <a:xfrm>
            <a:off x="241004" y="1340768"/>
            <a:ext cx="11687472" cy="4921944"/>
          </a:xfrm>
        </p:spPr>
        <p:txBody>
          <a:bodyPr anchor="ctr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e la date 3">
            <a:extLst>
              <a:ext uri="{FF2B5EF4-FFF2-40B4-BE49-F238E27FC236}">
                <a16:creationId xmlns:a16="http://schemas.microsoft.com/office/drawing/2014/main" id="{7726B9BA-DE2B-EA9E-FA15-D4404E9E5A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1003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LID4096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Dr P.-A. Mudry</a:t>
            </a:r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9CD7C1CA-5DDA-E379-EF19-34F7C46C66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667" y="6520260"/>
            <a:ext cx="3860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1. Demo course</a:t>
            </a:r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6E65DDC2-5C87-092F-F111-65C704A248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8725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040C7-4060-4381-887A-2EF827EF70EC}" type="slidenum">
              <a:rPr kumimoji="0" lang="fr-CH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6676621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- 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itre 1"/>
          <p:cNvSpPr>
            <a:spLocks noGrp="1"/>
          </p:cNvSpPr>
          <p:nvPr>
            <p:ph type="title"/>
          </p:nvPr>
        </p:nvSpPr>
        <p:spPr>
          <a:xfrm>
            <a:off x="241003" y="188641"/>
            <a:ext cx="11692292" cy="10073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23" name="Espace réservé du contenu 22"/>
          <p:cNvSpPr>
            <a:spLocks noGrp="1"/>
          </p:cNvSpPr>
          <p:nvPr>
            <p:ph sz="quarter" idx="10"/>
          </p:nvPr>
        </p:nvSpPr>
        <p:spPr>
          <a:xfrm>
            <a:off x="240920" y="1340768"/>
            <a:ext cx="11705931" cy="4921944"/>
          </a:xfrm>
        </p:spPr>
        <p:txBody>
          <a:bodyPr anchor="ctr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2D1D95-DBC2-4B4A-A24B-91EAEFF949AF}"/>
              </a:ext>
            </a:extLst>
          </p:cNvPr>
          <p:cNvSpPr/>
          <p:nvPr userDrawn="1"/>
        </p:nvSpPr>
        <p:spPr>
          <a:xfrm>
            <a:off x="11825295" y="188641"/>
            <a:ext cx="108000" cy="10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square" lIns="90000" rIns="90000" rtlCol="0" anchor="ctr" anchorCtr="1">
            <a:spAutoFit/>
          </a:bodyPr>
          <a:lstStyle/>
          <a:p>
            <a:pPr marL="383322" marR="0" lvl="0" indent="-293764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45000"/>
              <a:buFontTx/>
              <a:buNone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  <a:defRPr/>
            </a:pPr>
            <a:endParaRPr kumimoji="0" lang="fr-CH" sz="2000" b="1" i="0" u="none" strike="noStrike" kern="1200" cap="none" spc="0" normalizeH="0" baseline="0" noProof="0" err="1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onsolas" pitchFamily="49" charset="0"/>
              <a:ea typeface="+mn-ea"/>
              <a:cs typeface="+mn-cs"/>
            </a:endParaRPr>
          </a:p>
        </p:txBody>
      </p:sp>
      <p:sp>
        <p:nvSpPr>
          <p:cNvPr id="5" name="Espace réservé de la date 3">
            <a:extLst>
              <a:ext uri="{FF2B5EF4-FFF2-40B4-BE49-F238E27FC236}">
                <a16:creationId xmlns:a16="http://schemas.microsoft.com/office/drawing/2014/main" id="{1403E228-B215-2F68-3633-1BE08E2530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1003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LID4096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Dr P.-A. Mudry</a:t>
            </a:r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B35D44ED-7585-AB11-FA87-39F627933C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667" y="6520260"/>
            <a:ext cx="3860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1. Demo course</a:t>
            </a:r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23B0277F-C350-AE04-D9D0-88730D5161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8725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040C7-4060-4381-887A-2EF827EF70EC}" type="slidenum">
              <a:rPr kumimoji="0" lang="fr-CH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4198007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itre 1"/>
          <p:cNvSpPr>
            <a:spLocks noGrp="1"/>
          </p:cNvSpPr>
          <p:nvPr>
            <p:ph type="title"/>
          </p:nvPr>
        </p:nvSpPr>
        <p:spPr>
          <a:xfrm>
            <a:off x="241003" y="188641"/>
            <a:ext cx="11692292" cy="10073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23" name="Espace réservé du contenu 22"/>
          <p:cNvSpPr>
            <a:spLocks noGrp="1"/>
          </p:cNvSpPr>
          <p:nvPr>
            <p:ph sz="quarter" idx="10"/>
          </p:nvPr>
        </p:nvSpPr>
        <p:spPr>
          <a:xfrm>
            <a:off x="240920" y="1340768"/>
            <a:ext cx="11705931" cy="4921944"/>
          </a:xfrm>
        </p:spPr>
        <p:txBody>
          <a:bodyPr anchor="ctr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2D1D95-DBC2-4B4A-A24B-91EAEFF949AF}"/>
              </a:ext>
            </a:extLst>
          </p:cNvPr>
          <p:cNvSpPr/>
          <p:nvPr userDrawn="1"/>
        </p:nvSpPr>
        <p:spPr>
          <a:xfrm>
            <a:off x="11825295" y="188641"/>
            <a:ext cx="108000" cy="10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square" lIns="90000" rIns="90000" rtlCol="0" anchor="ctr" anchorCtr="1">
            <a:spAutoFit/>
          </a:bodyPr>
          <a:lstStyle/>
          <a:p>
            <a:pPr marL="383322" marR="0" lvl="0" indent="-293764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45000"/>
              <a:buFontTx/>
              <a:buNone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  <a:defRPr/>
            </a:pPr>
            <a:endParaRPr kumimoji="0" lang="fr-CH" sz="2000" b="1" i="0" u="none" strike="noStrike" kern="1200" cap="none" spc="0" normalizeH="0" baseline="0" noProof="0" err="1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onsolas" pitchFamily="49" charset="0"/>
              <a:ea typeface="+mn-ea"/>
              <a:cs typeface="+mn-cs"/>
            </a:endParaRPr>
          </a:p>
        </p:txBody>
      </p:sp>
      <p:sp>
        <p:nvSpPr>
          <p:cNvPr id="5" name="Espace réservé de la date 3">
            <a:extLst>
              <a:ext uri="{FF2B5EF4-FFF2-40B4-BE49-F238E27FC236}">
                <a16:creationId xmlns:a16="http://schemas.microsoft.com/office/drawing/2014/main" id="{1403E228-B215-2F68-3633-1BE08E2530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1003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LID4096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Dr P.-A. Mudry</a:t>
            </a:r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B35D44ED-7585-AB11-FA87-39F627933C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667" y="6520260"/>
            <a:ext cx="3860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1. Demo course</a:t>
            </a:r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23B0277F-C350-AE04-D9D0-88730D5161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8725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040C7-4060-4381-887A-2EF827EF70EC}" type="slidenum">
              <a:rPr kumimoji="0" lang="fr-CH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44049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1. Modifiez le style du titre</a:t>
            </a:r>
            <a:endParaRPr lang="fr-CH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7" name="Espace réservé de la date 3">
            <a:extLst>
              <a:ext uri="{FF2B5EF4-FFF2-40B4-BE49-F238E27FC236}">
                <a16:creationId xmlns:a16="http://schemas.microsoft.com/office/drawing/2014/main" id="{C656BEB2-180A-C8F7-9BB2-C8699FD07C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1003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LID4096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Dr P.-A. Mudry</a:t>
            </a:r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63618DB3-1908-6999-9A6D-FAFA9781C2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667" y="6520260"/>
            <a:ext cx="3860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1. Demo course</a:t>
            </a:r>
          </a:p>
        </p:txBody>
      </p:sp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FE671695-BB8A-B4E3-0D1D-5DEA929D63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8725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040C7-4060-4381-887A-2EF827EF70EC}" type="slidenum">
              <a:rPr kumimoji="0" lang="fr-CH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8918260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41003" y="1600201"/>
            <a:ext cx="5753397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735924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8" name="Espace réservé de la date 3">
            <a:extLst>
              <a:ext uri="{FF2B5EF4-FFF2-40B4-BE49-F238E27FC236}">
                <a16:creationId xmlns:a16="http://schemas.microsoft.com/office/drawing/2014/main" id="{1142E14E-0E00-7ABA-D9F4-7CDB0ACA09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1003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LID4096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Dr P.-A. Mudry</a:t>
            </a:r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9" name="Espace réservé du pied de page 4">
            <a:extLst>
              <a:ext uri="{FF2B5EF4-FFF2-40B4-BE49-F238E27FC236}">
                <a16:creationId xmlns:a16="http://schemas.microsoft.com/office/drawing/2014/main" id="{4DA66138-192B-D3AD-9DEF-8AC4CB69A2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667" y="6520260"/>
            <a:ext cx="3860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1. Demo course</a:t>
            </a:r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7614A7C1-6CCB-8716-B8FA-38C157D439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8725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040C7-4060-4381-887A-2EF827EF70EC}" type="slidenum">
              <a:rPr kumimoji="0" lang="fr-CH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2659805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10" name="Espace réservé de la date 3">
            <a:extLst>
              <a:ext uri="{FF2B5EF4-FFF2-40B4-BE49-F238E27FC236}">
                <a16:creationId xmlns:a16="http://schemas.microsoft.com/office/drawing/2014/main" id="{57BBE351-0483-947B-013F-B7EAE02FE4A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1003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LID4096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Dr P.-A. Mudry</a:t>
            </a:r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1" name="Espace réservé du pied de page 4">
            <a:extLst>
              <a:ext uri="{FF2B5EF4-FFF2-40B4-BE49-F238E27FC236}">
                <a16:creationId xmlns:a16="http://schemas.microsoft.com/office/drawing/2014/main" id="{77014DB8-3788-828D-4C36-178E3A58C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48667" y="6520260"/>
            <a:ext cx="3860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1. Demo course</a:t>
            </a:r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556BE6F4-0277-69C2-B65D-E415DC90B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8725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040C7-4060-4381-887A-2EF827EF70EC}" type="slidenum">
              <a:rPr kumimoji="0" lang="fr-CH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3025569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31371" y="332656"/>
            <a:ext cx="11329259" cy="79208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6" name="Espace réservé de la date 3">
            <a:extLst>
              <a:ext uri="{FF2B5EF4-FFF2-40B4-BE49-F238E27FC236}">
                <a16:creationId xmlns:a16="http://schemas.microsoft.com/office/drawing/2014/main" id="{B46E37FB-28C4-8D62-2680-029171FE9B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1003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LID4096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Dr P.-A. Mudry</a:t>
            </a:r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7" name="Espace réservé du pied de page 4">
            <a:extLst>
              <a:ext uri="{FF2B5EF4-FFF2-40B4-BE49-F238E27FC236}">
                <a16:creationId xmlns:a16="http://schemas.microsoft.com/office/drawing/2014/main" id="{8C462E7F-1B50-6FB3-7AB7-4F4618AAE3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667" y="6520260"/>
            <a:ext cx="3860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1. Demo course</a:t>
            </a:r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5019A203-79EE-80D4-80BB-FFD8BAEE4E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8725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040C7-4060-4381-887A-2EF827EF70EC}" type="slidenum">
              <a:rPr kumimoji="0" lang="fr-CH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701493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3">
            <a:extLst>
              <a:ext uri="{FF2B5EF4-FFF2-40B4-BE49-F238E27FC236}">
                <a16:creationId xmlns:a16="http://schemas.microsoft.com/office/drawing/2014/main" id="{5E17B71C-EE35-1613-EC9A-D1ECE65899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1003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LID4096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Dr P.-A. Mudry</a:t>
            </a:r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422B0DF6-21E2-575C-75AF-2B4CE25272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667" y="6520260"/>
            <a:ext cx="3860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1. Demo course</a:t>
            </a:r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8A8D04BB-8DB8-F380-9DCC-28A242A115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8725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040C7-4060-4381-887A-2EF827EF70EC}" type="slidenum">
              <a:rPr kumimoji="0" lang="fr-CH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9117502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LID4096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entury Gothic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Dr P.-A. Mudry</a:t>
            </a:r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entury Gothic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entury Gothic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1. Demo course</a:t>
            </a:r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entury Gothic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040C7-4060-4381-887A-2EF827EF70EC}" type="slidenum">
              <a:rPr kumimoji="0" lang="fr-CH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entury Gothic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entury Gothic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637688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fr-CH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8" name="Espace réservé de la date 3">
            <a:extLst>
              <a:ext uri="{FF2B5EF4-FFF2-40B4-BE49-F238E27FC236}">
                <a16:creationId xmlns:a16="http://schemas.microsoft.com/office/drawing/2014/main" id="{A6D42AA8-4474-229D-9126-17DD8CA4AB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1003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LID4096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Dr P.-A. Mudry</a:t>
            </a:r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9" name="Espace réservé du pied de page 4">
            <a:extLst>
              <a:ext uri="{FF2B5EF4-FFF2-40B4-BE49-F238E27FC236}">
                <a16:creationId xmlns:a16="http://schemas.microsoft.com/office/drawing/2014/main" id="{15129224-2931-BC25-602B-D7EC62AEDA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667" y="6520260"/>
            <a:ext cx="3860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1. Demo course</a:t>
            </a:r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233307E3-26A1-8A9E-389D-215E4F05A7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8725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040C7-4060-4381-887A-2EF827EF70EC}" type="slidenum">
              <a:rPr kumimoji="0" lang="fr-CH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2763696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7" name="Espace réservé de la date 3">
            <a:extLst>
              <a:ext uri="{FF2B5EF4-FFF2-40B4-BE49-F238E27FC236}">
                <a16:creationId xmlns:a16="http://schemas.microsoft.com/office/drawing/2014/main" id="{AEE743D1-2C61-A07D-9920-13DAB7B791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1003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LID4096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Dr P.-A. Mudry</a:t>
            </a:r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2E122256-3D88-D1A1-F578-340CF4388F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667" y="6520260"/>
            <a:ext cx="3860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1. Demo course</a:t>
            </a:r>
          </a:p>
        </p:txBody>
      </p:sp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8C4E9F1C-4045-7039-DD98-337201C2C8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8725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040C7-4060-4381-887A-2EF827EF70EC}" type="slidenum">
              <a:rPr kumimoji="0" lang="fr-CH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5718170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7" name="Espace réservé de la date 3">
            <a:extLst>
              <a:ext uri="{FF2B5EF4-FFF2-40B4-BE49-F238E27FC236}">
                <a16:creationId xmlns:a16="http://schemas.microsoft.com/office/drawing/2014/main" id="{BA34519D-2FD7-CB22-D470-8D498335AB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1003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LID4096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Dr P.-A. Mudry</a:t>
            </a:r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533F5B0F-7697-EF15-F026-3C49AA0256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667" y="6520260"/>
            <a:ext cx="3860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1. Demo course</a:t>
            </a:r>
          </a:p>
        </p:txBody>
      </p:sp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779B7E0C-374B-4F6F-633B-F4DB3248CF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8725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040C7-4060-4381-887A-2EF827EF70EC}" type="slidenum">
              <a:rPr kumimoji="0" lang="fr-CH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627030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35360" y="188640"/>
            <a:ext cx="11523741" cy="79208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6" name="Espace réservé de la date 3">
            <a:extLst>
              <a:ext uri="{FF2B5EF4-FFF2-40B4-BE49-F238E27FC236}">
                <a16:creationId xmlns:a16="http://schemas.microsoft.com/office/drawing/2014/main" id="{FC3937F0-C33D-2B51-679F-7A27A81A4C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1003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LID4096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Dr P.-A. Mudry</a:t>
            </a:r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7" name="Espace réservé du pied de page 4">
            <a:extLst>
              <a:ext uri="{FF2B5EF4-FFF2-40B4-BE49-F238E27FC236}">
                <a16:creationId xmlns:a16="http://schemas.microsoft.com/office/drawing/2014/main" id="{E10A22BA-24E0-84FB-8ABB-B553D6FE13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667" y="6520260"/>
            <a:ext cx="3860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1. Demo course</a:t>
            </a:r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95DD96A9-C072-6A50-E9CA-7B0F58E1B2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8725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040C7-4060-4381-887A-2EF827EF70EC}" type="slidenum">
              <a:rPr kumimoji="0" lang="fr-CH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8117571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_e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itre 1"/>
          <p:cNvSpPr>
            <a:spLocks noGrp="1"/>
          </p:cNvSpPr>
          <p:nvPr>
            <p:ph type="title"/>
          </p:nvPr>
        </p:nvSpPr>
        <p:spPr>
          <a:xfrm>
            <a:off x="241003" y="188641"/>
            <a:ext cx="11692292" cy="10073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23" name="Espace réservé du contenu 22"/>
          <p:cNvSpPr>
            <a:spLocks noGrp="1"/>
          </p:cNvSpPr>
          <p:nvPr>
            <p:ph sz="quarter" idx="10"/>
          </p:nvPr>
        </p:nvSpPr>
        <p:spPr>
          <a:xfrm>
            <a:off x="240920" y="1340768"/>
            <a:ext cx="11705931" cy="4921944"/>
          </a:xfrm>
        </p:spPr>
        <p:txBody>
          <a:bodyPr anchor="ctr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2D1D95-DBC2-4B4A-A24B-91EAEFF949AF}"/>
              </a:ext>
            </a:extLst>
          </p:cNvPr>
          <p:cNvSpPr/>
          <p:nvPr userDrawn="1"/>
        </p:nvSpPr>
        <p:spPr>
          <a:xfrm>
            <a:off x="11825295" y="188641"/>
            <a:ext cx="108000" cy="10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square" lIns="90000" rIns="90000" rtlCol="0" anchor="ctr" anchorCtr="1">
            <a:spAutoFit/>
          </a:bodyPr>
          <a:lstStyle/>
          <a:p>
            <a:pPr marL="383322" marR="0" lvl="0" indent="-293764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45000"/>
              <a:buFontTx/>
              <a:buNone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  <a:defRPr/>
            </a:pPr>
            <a:endParaRPr kumimoji="0" lang="fr-CH" sz="2000" b="1" i="0" u="none" strike="noStrike" kern="1200" cap="none" spc="0" normalizeH="0" baseline="0" noProof="0" err="1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onsolas" pitchFamily="49" charset="0"/>
              <a:ea typeface="+mn-ea"/>
              <a:cs typeface="+mn-cs"/>
            </a:endParaRPr>
          </a:p>
        </p:txBody>
      </p:sp>
      <p:sp>
        <p:nvSpPr>
          <p:cNvPr id="5" name="Espace réservé de la date 3">
            <a:extLst>
              <a:ext uri="{FF2B5EF4-FFF2-40B4-BE49-F238E27FC236}">
                <a16:creationId xmlns:a16="http://schemas.microsoft.com/office/drawing/2014/main" id="{1403E228-B215-2F68-3633-1BE08E2530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1003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LID4096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Dr P.-A. Mudry</a:t>
            </a:r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B35D44ED-7585-AB11-FA87-39F627933C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667" y="6520260"/>
            <a:ext cx="3860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1. Demo course</a:t>
            </a:r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23B0277F-C350-AE04-D9D0-88730D5161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8725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040C7-4060-4381-887A-2EF827EF70EC}" type="slidenum">
              <a:rPr kumimoji="0" lang="fr-CH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7269412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241003" y="260648"/>
            <a:ext cx="11692521" cy="7920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/>
              <a:t>Cliquez pour modifier le style du titre</a:t>
            </a:r>
            <a:endParaRPr lang="fr-CH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41003" y="1196752"/>
            <a:ext cx="11692522" cy="5062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241003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LID4096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Dr P.-A. Mudry</a:t>
            </a:r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148667" y="6520260"/>
            <a:ext cx="3860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1. Demo course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9088725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040C7-4060-4381-887A-2EF827EF70EC}" type="slidenum">
              <a:rPr kumimoji="0" lang="fr-CH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722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  <p:sldLayoutId id="2147483778" r:id="rId14"/>
    <p:sldLayoutId id="2147483779" r:id="rId15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3600" b="1" i="0" kern="1200">
          <a:solidFill>
            <a:schemeClr val="accent5">
              <a:lumMod val="50000"/>
            </a:schemeClr>
          </a:solidFill>
          <a:latin typeface="Century Gothic" panose="020B0502020202020204" pitchFamily="34" charset="0"/>
          <a:ea typeface="Open Sans" pitchFamily="2" charset="0"/>
          <a:cs typeface="Open Sans" pitchFamily="2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>
            <a:lumMod val="75000"/>
          </a:schemeClr>
        </a:buClr>
        <a:buSzPct val="50000"/>
        <a:buFont typeface="Inter Light" panose="02000503000000020004" pitchFamily="2" charset="0"/>
        <a:buChar char="►"/>
        <a:defRPr sz="36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>
            <a:lumMod val="75000"/>
          </a:schemeClr>
        </a:buClr>
        <a:buFont typeface="Wingdings 3" pitchFamily="18" charset="2"/>
        <a:buChar char=""/>
        <a:defRPr sz="36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3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1">
            <a:lumMod val="75000"/>
          </a:schemeClr>
        </a:buClr>
        <a:buFont typeface="Arial" pitchFamily="34" charset="0"/>
        <a:buChar char="–"/>
        <a:defRPr sz="28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1">
            <a:lumMod val="75000"/>
          </a:schemeClr>
        </a:buClr>
        <a:buFont typeface="Arial" pitchFamily="34" charset="0"/>
        <a:buChar char="»"/>
        <a:defRPr sz="28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F79EE6-74B4-B586-A262-974F141C1300}"/>
              </a:ext>
            </a:extLst>
          </p:cNvPr>
          <p:cNvSpPr txBox="1"/>
          <p:nvPr/>
        </p:nvSpPr>
        <p:spPr>
          <a:xfrm>
            <a:off x="983432" y="2721114"/>
            <a:ext cx="74888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b="0" i="0" u="none" strike="noStrike" baseline="0">
                <a:latin typeface="SourceSansPro-Regular"/>
              </a:rPr>
              <a:t>Etude sur l’utilisation des médicaments</a:t>
            </a:r>
            <a:endParaRPr lang="fr-CH" sz="5400">
              <a:solidFill>
                <a:schemeClr val="tx1">
                  <a:lumMod val="65000"/>
                  <a:lumOff val="35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1" name="Picture 10" descr="A black and white text&#10;&#10;AI-generated content may be incorrect.">
            <a:extLst>
              <a:ext uri="{FF2B5EF4-FFF2-40B4-BE49-F238E27FC236}">
                <a16:creationId xmlns:a16="http://schemas.microsoft.com/office/drawing/2014/main" id="{2E11D006-07D4-D9FD-B827-1A86E14A344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0021" y="204511"/>
            <a:ext cx="4724015" cy="83081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99ABB-7846-8388-8605-9AF93B146BDA}"/>
              </a:ext>
            </a:extLst>
          </p:cNvPr>
          <p:cNvSpPr txBox="1">
            <a:spLocks/>
          </p:cNvSpPr>
          <p:nvPr/>
        </p:nvSpPr>
        <p:spPr>
          <a:xfrm>
            <a:off x="524477" y="4151404"/>
            <a:ext cx="11143046" cy="64807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SzPct val="50000"/>
              <a:buFont typeface="Inter Light" panose="02000503000000020004" pitchFamily="2" charset="0"/>
              <a:buChar char="►"/>
              <a:defRPr sz="36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Wingdings 3" pitchFamily="18" charset="2"/>
              <a:buChar char=""/>
              <a:defRPr sz="36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»"/>
              <a:defRPr sz="2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chemeClr val="accent2"/>
              </a:buClr>
              <a:buSzPct val="80000"/>
              <a:buNone/>
            </a:pPr>
            <a:r>
              <a:rPr lang="fr-CH" sz="2400" b="1" i="1" u="sng"/>
              <a:t>Maroua Zanad, </a:t>
            </a:r>
            <a:r>
              <a:rPr lang="fr-CH" sz="2400"/>
              <a:t>Lucas Henry, </a:t>
            </a:r>
            <a:r>
              <a:rPr lang="fr-CH" sz="2400" err="1"/>
              <a:t>Vadym</a:t>
            </a:r>
            <a:r>
              <a:rPr lang="fr-CH" sz="2400"/>
              <a:t> </a:t>
            </a:r>
            <a:r>
              <a:rPr lang="fr-CH" sz="2400" err="1"/>
              <a:t>Chobu</a:t>
            </a:r>
            <a:endParaRPr lang="fr-CH" sz="2400"/>
          </a:p>
        </p:txBody>
      </p:sp>
    </p:spTree>
    <p:extLst>
      <p:ext uri="{BB962C8B-B14F-4D97-AF65-F5344CB8AC3E}">
        <p14:creationId xmlns:p14="http://schemas.microsoft.com/office/powerpoint/2010/main" val="1198659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7360"/>
    </mc:Choice>
    <mc:Fallback>
      <p:transition advTm="1736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59642-E5B6-BC45-0BE3-3AEE4B86F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5B988-C23F-CA48-9881-12F56D4BF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Présentation du projet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01909-4B88-F51A-76B3-9D2C5828DD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7570" y="1393312"/>
            <a:ext cx="11143046" cy="4916008"/>
          </a:xfrm>
        </p:spPr>
        <p:txBody>
          <a:bodyPr>
            <a:normAutofit/>
          </a:bodyPr>
          <a:lstStyle/>
          <a:p>
            <a: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</a:pPr>
            <a:r>
              <a:rPr lang="fr-CH" sz="2400" b="1"/>
              <a:t>Contexte et problématique</a:t>
            </a:r>
          </a:p>
          <a:p>
            <a:pPr lvl="1"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</a:pPr>
            <a:r>
              <a:rPr lang="fr-CH" sz="2000" b="1"/>
              <a:t>La santé publique suisse évolue régulièrement, tant sur les causes de décès et la consommation de médicaments</a:t>
            </a:r>
            <a:endParaRPr lang="fr-CH" sz="2400" b="1"/>
          </a:p>
          <a:p>
            <a: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</a:pPr>
            <a:r>
              <a:rPr lang="fr-CH" sz="2400" b="1"/>
              <a:t>Objectif(s)</a:t>
            </a:r>
          </a:p>
          <a:p>
            <a:pPr lvl="1"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</a:pPr>
            <a:r>
              <a:rPr lang="fr-CH" sz="2000" b="1"/>
              <a:t>Analyser les principales causes de décès</a:t>
            </a:r>
          </a:p>
          <a:p>
            <a:pPr lvl="1"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</a:pPr>
            <a:r>
              <a:rPr lang="fr-CH" sz="2000" b="1"/>
              <a:t>Etudier l’évolution de la répartition des médicaments</a:t>
            </a:r>
          </a:p>
          <a:p>
            <a: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</a:pPr>
            <a:r>
              <a:rPr lang="fr-CH" sz="2400" b="1"/>
              <a:t>Méthodes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D6605D-9557-F1EA-8AFA-610CFA9309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3C040C7-4060-4381-887A-2EF827EF70EC}" type="slidenum">
              <a:rPr lang="fr-CH" smtClean="0"/>
              <a:pPr/>
              <a:t>2</a:t>
            </a:fld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6BF36-D049-3ACF-0CE7-9D7DD7DA97F6}"/>
              </a:ext>
            </a:extLst>
          </p:cNvPr>
          <p:cNvSpPr txBox="1">
            <a:spLocks/>
          </p:cNvSpPr>
          <p:nvPr/>
        </p:nvSpPr>
        <p:spPr>
          <a:xfrm>
            <a:off x="241003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SzPct val="50000"/>
              <a:buFont typeface="Inter Light" panose="02000503000000020004" pitchFamily="2" charset="0"/>
              <a:buChar char="►"/>
              <a:defRPr sz="2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Wingdings 3" pitchFamily="18" charset="2"/>
              <a:buChar char=""/>
              <a:defRPr sz="24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fr-CH" sz="1000" err="1">
                <a:solidFill>
                  <a:prstClr val="black">
                    <a:lumMod val="65000"/>
                    <a:lumOff val="35000"/>
                  </a:prst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ProbStatIT</a:t>
            </a:r>
            <a:endParaRPr lang="fr-CH" sz="1000">
              <a:solidFill>
                <a:prstClr val="black">
                  <a:lumMod val="65000"/>
                  <a:lumOff val="35000"/>
                </a:prstClr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7163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E206A-2211-9D78-6F35-8B558DE89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F2575-ECA6-5E65-AF56-2C4473692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Plan de projet </a:t>
            </a:r>
            <a:r>
              <a:rPr lang="fr-CH">
                <a:solidFill>
                  <a:srgbClr val="FF0000"/>
                </a:solidFill>
              </a:rPr>
              <a:t>(2 minutes)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F6B2C-4A1E-ECD3-1D83-18D8C81E6C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7570" y="1393312"/>
            <a:ext cx="11143046" cy="4916008"/>
          </a:xfrm>
        </p:spPr>
        <p:txBody>
          <a:bodyPr>
            <a:normAutofit/>
          </a:bodyPr>
          <a:lstStyle/>
          <a:p>
            <a: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</a:pPr>
            <a:r>
              <a:rPr lang="fr-CH" sz="2400" b="1"/>
              <a:t>Explications du plan de projet</a:t>
            </a:r>
          </a:p>
          <a:p>
            <a:pPr lvl="1"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</a:pPr>
            <a:r>
              <a:rPr lang="fr-CH" sz="2000" b="1"/>
              <a:t>Récolter différentes sources de données sur les médicaments et les causes de morts</a:t>
            </a:r>
          </a:p>
          <a:p>
            <a:pPr lvl="1"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</a:pPr>
            <a:r>
              <a:rPr lang="fr-CH" sz="2000" b="1"/>
              <a:t>Filtrer les données pour ne garder que ce qui nous </a:t>
            </a:r>
            <a:r>
              <a:rPr lang="fr-CH" sz="2000" b="1" err="1"/>
              <a:t>interesse</a:t>
            </a:r>
            <a:endParaRPr lang="fr-CH" sz="2000" b="1"/>
          </a:p>
          <a:p>
            <a:pPr lvl="1"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</a:pPr>
            <a:r>
              <a:rPr lang="fr-CH" sz="2000" b="1"/>
              <a:t>Les comparer et chercher des corrélations</a:t>
            </a:r>
          </a:p>
          <a:p>
            <a: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</a:pPr>
            <a:r>
              <a:rPr lang="fr-CH" sz="2400" b="1"/>
              <a:t>Répartition du travail dans le groupe</a:t>
            </a:r>
          </a:p>
          <a:p>
            <a:pPr lvl="1"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</a:pPr>
            <a:r>
              <a:rPr lang="fr-CH" sz="2000" b="1" err="1"/>
              <a:t>Vadym</a:t>
            </a:r>
            <a:r>
              <a:rPr lang="fr-CH" sz="1600" b="1"/>
              <a:t> </a:t>
            </a:r>
            <a:r>
              <a:rPr lang="fr-CH" sz="2000" b="1"/>
              <a:t>et Maroua</a:t>
            </a:r>
          </a:p>
          <a:p>
            <a:pPr lvl="2">
              <a:buClr>
                <a:schemeClr val="accent2"/>
              </a:buClr>
              <a:buSzPct val="100000"/>
            </a:pPr>
            <a:r>
              <a:rPr lang="fr-CH" sz="1600" b="1"/>
              <a:t>Nettoyage des données</a:t>
            </a:r>
          </a:p>
          <a:p>
            <a:pPr lvl="2">
              <a:buClr>
                <a:schemeClr val="accent2"/>
              </a:buClr>
              <a:buSzPct val="100000"/>
            </a:pPr>
            <a:r>
              <a:rPr lang="fr-CH" sz="1600" b="1"/>
              <a:t>Comparaison et recherche de corrélation entre les données</a:t>
            </a:r>
          </a:p>
          <a:p>
            <a:pPr lvl="1">
              <a:buClr>
                <a:schemeClr val="accent2"/>
              </a:buClr>
              <a:buSzPct val="100000"/>
            </a:pPr>
            <a:r>
              <a:rPr lang="fr-CH" sz="2000" b="1"/>
              <a:t>Lucas</a:t>
            </a:r>
          </a:p>
          <a:p>
            <a:pPr lvl="2">
              <a:buClr>
                <a:schemeClr val="accent2"/>
              </a:buClr>
              <a:buSzPct val="100000"/>
            </a:pPr>
            <a:r>
              <a:rPr lang="fr-CH" sz="1600" b="1"/>
              <a:t>Statistiques</a:t>
            </a:r>
          </a:p>
          <a:p>
            <a:pPr lvl="2">
              <a:buClr>
                <a:schemeClr val="accent2"/>
              </a:buClr>
              <a:buSzPct val="100000"/>
            </a:pPr>
            <a:r>
              <a:rPr lang="fr-CH" sz="1600" b="1"/>
              <a:t>Préparation Oral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1DD5F-A7A6-1040-6465-DD65ACF190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3C040C7-4060-4381-887A-2EF827EF70EC}" type="slidenum">
              <a:rPr lang="fr-CH" smtClean="0"/>
              <a:pPr/>
              <a:t>3</a:t>
            </a:fld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A24922-5B5E-7D0D-3320-3EA5B61AA256}"/>
              </a:ext>
            </a:extLst>
          </p:cNvPr>
          <p:cNvSpPr txBox="1">
            <a:spLocks/>
          </p:cNvSpPr>
          <p:nvPr/>
        </p:nvSpPr>
        <p:spPr>
          <a:xfrm>
            <a:off x="241003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SzPct val="50000"/>
              <a:buFont typeface="Inter Light" panose="02000503000000020004" pitchFamily="2" charset="0"/>
              <a:buChar char="►"/>
              <a:defRPr sz="2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Wingdings 3" pitchFamily="18" charset="2"/>
              <a:buChar char=""/>
              <a:defRPr sz="24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fr-CH" sz="1000" err="1">
                <a:solidFill>
                  <a:prstClr val="black">
                    <a:lumMod val="65000"/>
                    <a:lumOff val="35000"/>
                  </a:prst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ProbStatIT</a:t>
            </a:r>
            <a:endParaRPr lang="fr-CH" sz="1000">
              <a:solidFill>
                <a:prstClr val="black">
                  <a:lumMod val="65000"/>
                  <a:lumOff val="35000"/>
                </a:prstClr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68956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FBABE-983E-B7D5-3526-52EE64842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C19ED-14BA-9CE2-8784-047386E47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Votre contribution </a:t>
            </a:r>
            <a:r>
              <a:rPr lang="fr-CH">
                <a:solidFill>
                  <a:srgbClr val="FF0000"/>
                </a:solidFill>
              </a:rPr>
              <a:t>(Maroua)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92B49-69B3-F49F-629D-8D67CB531E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7570" y="1393312"/>
            <a:ext cx="7470638" cy="4916008"/>
          </a:xfrm>
        </p:spPr>
        <p:txBody>
          <a:bodyPr>
            <a:normAutofit/>
          </a:bodyPr>
          <a:lstStyle/>
          <a:p>
            <a: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</a:pPr>
            <a:r>
              <a:rPr lang="fr-CH" sz="2000" b="1"/>
              <a:t>Rassemblez les données nécessaires pour la partie sur les médicaments</a:t>
            </a:r>
          </a:p>
          <a:p>
            <a: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</a:pPr>
            <a:r>
              <a:rPr lang="fr-CH" sz="2000" b="1"/>
              <a:t>Trier et garder que les sources intéressantes</a:t>
            </a:r>
          </a:p>
          <a:p>
            <a: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</a:pPr>
            <a:r>
              <a:rPr lang="fr-CH" sz="2000" b="1"/>
              <a:t>Catégoriser chaque médicament par cause de décès</a:t>
            </a:r>
          </a:p>
          <a:p>
            <a: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</a:pPr>
            <a:endParaRPr lang="fr-CH" sz="2000" b="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88D84E-B5FC-E494-125E-2F3BA61E49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3C040C7-4060-4381-887A-2EF827EF70EC}" type="slidenum">
              <a:rPr lang="fr-CH" smtClean="0"/>
              <a:pPr/>
              <a:t>4</a:t>
            </a:fld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FF285-7F0A-15CA-1A05-06B829B48E0B}"/>
              </a:ext>
            </a:extLst>
          </p:cNvPr>
          <p:cNvSpPr txBox="1">
            <a:spLocks/>
          </p:cNvSpPr>
          <p:nvPr/>
        </p:nvSpPr>
        <p:spPr>
          <a:xfrm>
            <a:off x="241003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SzPct val="50000"/>
              <a:buFont typeface="Inter Light" panose="02000503000000020004" pitchFamily="2" charset="0"/>
              <a:buChar char="►"/>
              <a:defRPr sz="2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Wingdings 3" pitchFamily="18" charset="2"/>
              <a:buChar char=""/>
              <a:defRPr sz="24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fr-CH" sz="1000" err="1">
                <a:solidFill>
                  <a:prstClr val="black">
                    <a:lumMod val="65000"/>
                    <a:lumOff val="35000"/>
                  </a:prst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ProbStatIT</a:t>
            </a:r>
            <a:endParaRPr lang="fr-CH" sz="1000">
              <a:solidFill>
                <a:prstClr val="black">
                  <a:lumMod val="65000"/>
                  <a:lumOff val="35000"/>
                </a:prstClr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pic>
        <p:nvPicPr>
          <p:cNvPr id="9" name="Image 8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8EC1AF7C-75A4-C1A5-5AA5-C42728D921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0216" y="101304"/>
            <a:ext cx="3600400" cy="286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9305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heme/theme1.xml><?xml version="1.0" encoding="utf-8"?>
<a:theme xmlns:a="http://schemas.openxmlformats.org/drawingml/2006/main" name="5_HEVS Template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0033B3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vert="horz" wrap="square" lIns="90000" rIns="90000" rtlCol="0" anchor="ctr" anchorCtr="1">
        <a:spAutoFit/>
      </a:bodyPr>
      <a:lstStyle>
        <a:defPPr marL="383322" indent="-293764">
          <a:buSzPct val="45000"/>
          <a:buNone/>
          <a:tabLst>
            <a:tab pos="656650" algn="l"/>
            <a:tab pos="1313299" algn="l"/>
            <a:tab pos="1969949" algn="l"/>
            <a:tab pos="2626599" algn="l"/>
            <a:tab pos="3283248" algn="l"/>
            <a:tab pos="3939898" algn="l"/>
            <a:tab pos="4596548" algn="l"/>
            <a:tab pos="5253198" algn="l"/>
            <a:tab pos="5909847" algn="l"/>
            <a:tab pos="6566497" algn="l"/>
            <a:tab pos="7223147" algn="l"/>
            <a:tab pos="7879796" algn="l"/>
          </a:tabLst>
          <a:defRPr sz="2000" b="1" dirty="0" err="1" smtClean="0">
            <a:solidFill>
              <a:srgbClr val="7030A0"/>
            </a:solidFill>
            <a:latin typeface="Consolas" pitchFamily="49" charset="0"/>
          </a:defRPr>
        </a:defPPr>
      </a:lstStyle>
      <a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a:style>
    </a:spDef>
    <a:lnDef>
      <a:spPr>
        <a:ln w="12700">
          <a:tailEnd type="arrow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BAE827F9E369F47BA44DF5D5B04C2CA" ma:contentTypeVersion="11" ma:contentTypeDescription="Crée un document." ma:contentTypeScope="" ma:versionID="b7d19f48c3bb3549c387cdf7aa4712b4">
  <xsd:schema xmlns:xsd="http://www.w3.org/2001/XMLSchema" xmlns:xs="http://www.w3.org/2001/XMLSchema" xmlns:p="http://schemas.microsoft.com/office/2006/metadata/properties" xmlns:ns2="e7634316-75c5-4675-ae1f-8517fcbfe30d" xmlns:ns3="867800f0-a197-48df-b3d8-63ad447b0afe" targetNamespace="http://schemas.microsoft.com/office/2006/metadata/properties" ma:root="true" ma:fieldsID="5a40304e7c366f484882961a3762423f" ns2:_="" ns3:_="">
    <xsd:import namespace="e7634316-75c5-4675-ae1f-8517fcbfe30d"/>
    <xsd:import namespace="867800f0-a197-48df-b3d8-63ad447b0af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634316-75c5-4675-ae1f-8517fcbfe30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6bb7a529-b375-480f-bbfb-7cebc201035f}" ma:internalName="TaxCatchAll" ma:showField="CatchAllData" ma:web="e7634316-75c5-4675-ae1f-8517fcbfe3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7800f0-a197-48df-b3d8-63ad447b0af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e5965820-1b97-4994-ad5a-2b1f2cea3fc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67800f0-a197-48df-b3d8-63ad447b0afe">
      <Terms xmlns="http://schemas.microsoft.com/office/infopath/2007/PartnerControls"/>
    </lcf76f155ced4ddcb4097134ff3c332f>
    <TaxCatchAll xmlns="e7634316-75c5-4675-ae1f-8517fcbfe30d" xsi:nil="true"/>
  </documentManagement>
</p:properties>
</file>

<file path=customXml/itemProps1.xml><?xml version="1.0" encoding="utf-8"?>
<ds:datastoreItem xmlns:ds="http://schemas.openxmlformats.org/officeDocument/2006/customXml" ds:itemID="{D96CA7C3-5467-41A0-A6A5-CAC955E7D14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84B9BDF-6BDA-4CDE-91C7-275064FCDB0A}">
  <ds:schemaRefs>
    <ds:schemaRef ds:uri="867800f0-a197-48df-b3d8-63ad447b0afe"/>
    <ds:schemaRef ds:uri="e7634316-75c5-4675-ae1f-8517fcbfe30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759E773-22B4-4E72-98E9-9A972373B22D}">
  <ds:schemaRefs>
    <ds:schemaRef ds:uri="867800f0-a197-48df-b3d8-63ad447b0afe"/>
    <ds:schemaRef ds:uri="e7634316-75c5-4675-ae1f-8517fcbfe30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</Slides>
  <Notes>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5_HEVS Template</vt:lpstr>
      <vt:lpstr>PowerPoint Presentation</vt:lpstr>
      <vt:lpstr>Présentation du projet</vt:lpstr>
      <vt:lpstr>Plan de projet (2 minutes)</vt:lpstr>
      <vt:lpstr>Votre contribution (Maroua)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ISC course</dc:title>
  <dc:creator>Pierre-André Mudry</dc:creator>
  <cp:keywords>ISC</cp:keywords>
  <cp:revision>1</cp:revision>
  <dcterms:created xsi:type="dcterms:W3CDTF">2020-02-18T12:13:53Z</dcterms:created>
  <dcterms:modified xsi:type="dcterms:W3CDTF">2025-11-28T07:30:37Z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0x0101007BAE827F9E369F47BA44DF5D5B04C2CA</vt:lpwstr>
  </property>
</Properties>
</file>
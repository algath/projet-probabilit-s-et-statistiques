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63" r:id="rId4"/>
  </p:sldMasterIdLst>
  <p:notesMasterIdLst>
    <p:notesMasterId r:id="rId11"/>
  </p:notesMasterIdLst>
  <p:handoutMasterIdLst>
    <p:handoutMasterId r:id="rId12"/>
  </p:handoutMasterIdLst>
  <p:sldIdLst>
    <p:sldId id="773" r:id="rId5"/>
    <p:sldId id="814" r:id="rId6"/>
    <p:sldId id="812" r:id="rId7"/>
    <p:sldId id="815" r:id="rId8"/>
    <p:sldId id="813" r:id="rId9"/>
    <p:sldId id="819" r:id="rId10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s" id="{7C826870-920B-4148-9F65-EC0CA3E72225}">
          <p14:sldIdLst>
            <p14:sldId id="773"/>
            <p14:sldId id="814"/>
            <p14:sldId id="812"/>
            <p14:sldId id="815"/>
            <p14:sldId id="813"/>
            <p14:sldId id="8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erre-André Mudry" initials="mui" lastIdx="1" clrIdx="0">
    <p:extLst>
      <p:ext uri="{19B8F6BF-5375-455C-9EA6-DF929625EA0E}">
        <p15:presenceInfo xmlns:p15="http://schemas.microsoft.com/office/powerpoint/2012/main" userId="Pierre-André Mud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7F5D5"/>
    <a:srgbClr val="E3F7D9"/>
    <a:srgbClr val="EBEBB5"/>
    <a:srgbClr val="CC0099"/>
    <a:srgbClr val="1947A3"/>
    <a:srgbClr val="FCC704"/>
    <a:srgbClr val="4B86E7"/>
    <a:srgbClr val="A8227B"/>
    <a:srgbClr val="CC0066"/>
    <a:srgbClr val="0CE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CA21E1-0439-4A45-82FD-DE2FFD49E2F7}" v="16" dt="2025-11-28T07:58:04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900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nad Maroua" userId="3c8c1996-05ae-44ec-be8b-279f65d1a65a" providerId="ADAL" clId="{C4A395A7-2EF0-4F9E-8DE1-68D41C3A6BA2}"/>
    <pc:docChg chg="custSel addSld delSld modSld modSection">
      <pc:chgData name="Zanad Maroua" userId="3c8c1996-05ae-44ec-be8b-279f65d1a65a" providerId="ADAL" clId="{C4A395A7-2EF0-4F9E-8DE1-68D41C3A6BA2}" dt="2025-11-28T08:00:25.244" v="769" actId="313"/>
      <pc:docMkLst>
        <pc:docMk/>
      </pc:docMkLst>
      <pc:sldChg chg="modSp mod">
        <pc:chgData name="Zanad Maroua" userId="3c8c1996-05ae-44ec-be8b-279f65d1a65a" providerId="ADAL" clId="{C4A395A7-2EF0-4F9E-8DE1-68D41C3A6BA2}" dt="2025-11-28T08:00:25.244" v="769" actId="313"/>
        <pc:sldMkLst>
          <pc:docMk/>
          <pc:sldMk cId="119865947" sldId="773"/>
        </pc:sldMkLst>
        <pc:spChg chg="mod">
          <ac:chgData name="Zanad Maroua" userId="3c8c1996-05ae-44ec-be8b-279f65d1a65a" providerId="ADAL" clId="{C4A395A7-2EF0-4F9E-8DE1-68D41C3A6BA2}" dt="2025-11-28T08:00:25.244" v="769" actId="313"/>
          <ac:spMkLst>
            <pc:docMk/>
            <pc:sldMk cId="119865947" sldId="773"/>
            <ac:spMk id="2" creationId="{E4F79EE6-74B4-B586-A262-974F141C1300}"/>
          </ac:spMkLst>
        </pc:spChg>
      </pc:sldChg>
      <pc:sldChg chg="modTransition">
        <pc:chgData name="Zanad Maroua" userId="3c8c1996-05ae-44ec-be8b-279f65d1a65a" providerId="ADAL" clId="{C4A395A7-2EF0-4F9E-8DE1-68D41C3A6BA2}" dt="2025-11-28T07:57:22.249" v="763"/>
        <pc:sldMkLst>
          <pc:docMk/>
          <pc:sldMk cId="1836895627" sldId="812"/>
        </pc:sldMkLst>
      </pc:sldChg>
      <pc:sldChg chg="addSp delSp modSp mod modTransition delAnim modAnim modNotesTx">
        <pc:chgData name="Zanad Maroua" userId="3c8c1996-05ae-44ec-be8b-279f65d1a65a" providerId="ADAL" clId="{C4A395A7-2EF0-4F9E-8DE1-68D41C3A6BA2}" dt="2025-11-28T07:58:04.277" v="767"/>
        <pc:sldMkLst>
          <pc:docMk/>
          <pc:sldMk cId="701930509" sldId="813"/>
        </pc:sldMkLst>
        <pc:spChg chg="mod">
          <ac:chgData name="Zanad Maroua" userId="3c8c1996-05ae-44ec-be8b-279f65d1a65a" providerId="ADAL" clId="{C4A395A7-2EF0-4F9E-8DE1-68D41C3A6BA2}" dt="2025-11-28T07:33:39.309" v="9" actId="20577"/>
          <ac:spMkLst>
            <pc:docMk/>
            <pc:sldMk cId="701930509" sldId="813"/>
            <ac:spMk id="2" creationId="{1D5C19ED-14BA-9CE2-8784-047386E47952}"/>
          </ac:spMkLst>
        </pc:spChg>
        <pc:spChg chg="add del mod">
          <ac:chgData name="Zanad Maroua" userId="3c8c1996-05ae-44ec-be8b-279f65d1a65a" providerId="ADAL" clId="{C4A395A7-2EF0-4F9E-8DE1-68D41C3A6BA2}" dt="2025-11-28T07:33:54.094" v="13" actId="22"/>
          <ac:spMkLst>
            <pc:docMk/>
            <pc:sldMk cId="701930509" sldId="813"/>
            <ac:spMk id="5" creationId="{6BB36EAB-3331-FBBB-33A2-1DE50B75DAB3}"/>
          </ac:spMkLst>
        </pc:spChg>
        <pc:picChg chg="del mod">
          <ac:chgData name="Zanad Maroua" userId="3c8c1996-05ae-44ec-be8b-279f65d1a65a" providerId="ADAL" clId="{C4A395A7-2EF0-4F9E-8DE1-68D41C3A6BA2}" dt="2025-11-28T07:33:43.121" v="11" actId="478"/>
          <ac:picMkLst>
            <pc:docMk/>
            <pc:sldMk cId="701930509" sldId="813"/>
            <ac:picMk id="6" creationId="{7D384A3F-B8C0-31A8-564F-2F8F7C2B015E}"/>
          </ac:picMkLst>
        </pc:picChg>
        <pc:picChg chg="del">
          <ac:chgData name="Zanad Maroua" userId="3c8c1996-05ae-44ec-be8b-279f65d1a65a" providerId="ADAL" clId="{C4A395A7-2EF0-4F9E-8DE1-68D41C3A6BA2}" dt="2025-11-28T07:33:44.619" v="12" actId="478"/>
          <ac:picMkLst>
            <pc:docMk/>
            <pc:sldMk cId="701930509" sldId="813"/>
            <ac:picMk id="9" creationId="{3BB0E0C7-2F09-024C-7672-D67427A4BF6A}"/>
          </ac:picMkLst>
        </pc:picChg>
        <pc:picChg chg="add mod ord">
          <ac:chgData name="Zanad Maroua" userId="3c8c1996-05ae-44ec-be8b-279f65d1a65a" providerId="ADAL" clId="{C4A395A7-2EF0-4F9E-8DE1-68D41C3A6BA2}" dt="2025-11-28T07:33:54.094" v="13" actId="22"/>
          <ac:picMkLst>
            <pc:docMk/>
            <pc:sldMk cId="701930509" sldId="813"/>
            <ac:picMk id="10" creationId="{CCC24EE2-E660-AFD0-F7D4-45BC99E75B22}"/>
          </ac:picMkLst>
        </pc:picChg>
        <pc:picChg chg="add del mod">
          <ac:chgData name="Zanad Maroua" userId="3c8c1996-05ae-44ec-be8b-279f65d1a65a" providerId="ADAL" clId="{C4A395A7-2EF0-4F9E-8DE1-68D41C3A6BA2}" dt="2025-11-28T07:55:33.740" v="713" actId="478"/>
          <ac:picMkLst>
            <pc:docMk/>
            <pc:sldMk cId="701930509" sldId="813"/>
            <ac:picMk id="12" creationId="{91531422-C96B-F989-6FC7-61375018CD87}"/>
          </ac:picMkLst>
        </pc:picChg>
        <pc:picChg chg="add mod">
          <ac:chgData name="Zanad Maroua" userId="3c8c1996-05ae-44ec-be8b-279f65d1a65a" providerId="ADAL" clId="{C4A395A7-2EF0-4F9E-8DE1-68D41C3A6BA2}" dt="2025-11-28T07:55:46.085" v="716" actId="1076"/>
          <ac:picMkLst>
            <pc:docMk/>
            <pc:sldMk cId="701930509" sldId="813"/>
            <ac:picMk id="14" creationId="{7CDF793F-8D83-1FDD-C9CF-A174DD1A5E6C}"/>
          </ac:picMkLst>
        </pc:picChg>
      </pc:sldChg>
      <pc:sldChg chg="modSp modTransition modAnim">
        <pc:chgData name="Zanad Maroua" userId="3c8c1996-05ae-44ec-be8b-279f65d1a65a" providerId="ADAL" clId="{C4A395A7-2EF0-4F9E-8DE1-68D41C3A6BA2}" dt="2025-11-28T07:57:18.482" v="762"/>
        <pc:sldMkLst>
          <pc:docMk/>
          <pc:sldMk cId="3092130516" sldId="814"/>
        </pc:sldMkLst>
        <pc:graphicFrameChg chg="mod">
          <ac:chgData name="Zanad Maroua" userId="3c8c1996-05ae-44ec-be8b-279f65d1a65a" providerId="ADAL" clId="{C4A395A7-2EF0-4F9E-8DE1-68D41C3A6BA2}" dt="2025-11-28T07:56:22.777" v="754"/>
          <ac:graphicFrameMkLst>
            <pc:docMk/>
            <pc:sldMk cId="3092130516" sldId="814"/>
            <ac:graphicFrameMk id="8" creationId="{36160CD0-AFEB-8916-1774-CBD8BFA32020}"/>
          </ac:graphicFrameMkLst>
        </pc:graphicFrameChg>
      </pc:sldChg>
      <pc:sldChg chg="modTransition">
        <pc:chgData name="Zanad Maroua" userId="3c8c1996-05ae-44ec-be8b-279f65d1a65a" providerId="ADAL" clId="{C4A395A7-2EF0-4F9E-8DE1-68D41C3A6BA2}" dt="2025-11-28T07:57:25.977" v="764"/>
        <pc:sldMkLst>
          <pc:docMk/>
          <pc:sldMk cId="1643357945" sldId="815"/>
        </pc:sldMkLst>
      </pc:sldChg>
      <pc:sldChg chg="del">
        <pc:chgData name="Zanad Maroua" userId="3c8c1996-05ae-44ec-be8b-279f65d1a65a" providerId="ADAL" clId="{C4A395A7-2EF0-4F9E-8DE1-68D41C3A6BA2}" dt="2025-11-28T07:40:19.767" v="17" actId="47"/>
        <pc:sldMkLst>
          <pc:docMk/>
          <pc:sldMk cId="713463083" sldId="816"/>
        </pc:sldMkLst>
      </pc:sldChg>
      <pc:sldChg chg="del">
        <pc:chgData name="Zanad Maroua" userId="3c8c1996-05ae-44ec-be8b-279f65d1a65a" providerId="ADAL" clId="{C4A395A7-2EF0-4F9E-8DE1-68D41C3A6BA2}" dt="2025-11-28T07:40:19.767" v="17" actId="47"/>
        <pc:sldMkLst>
          <pc:docMk/>
          <pc:sldMk cId="994283216" sldId="817"/>
        </pc:sldMkLst>
      </pc:sldChg>
      <pc:sldChg chg="del">
        <pc:chgData name="Zanad Maroua" userId="3c8c1996-05ae-44ec-be8b-279f65d1a65a" providerId="ADAL" clId="{C4A395A7-2EF0-4F9E-8DE1-68D41C3A6BA2}" dt="2025-11-28T07:40:19.767" v="17" actId="47"/>
        <pc:sldMkLst>
          <pc:docMk/>
          <pc:sldMk cId="2933527857" sldId="818"/>
        </pc:sldMkLst>
      </pc:sldChg>
      <pc:sldChg chg="add modTransition">
        <pc:chgData name="Zanad Maroua" userId="3c8c1996-05ae-44ec-be8b-279f65d1a65a" providerId="ADAL" clId="{C4A395A7-2EF0-4F9E-8DE1-68D41C3A6BA2}" dt="2025-11-28T07:57:33.695" v="766"/>
        <pc:sldMkLst>
          <pc:docMk/>
          <pc:sldMk cId="194444961" sldId="81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C6ACC8-4D39-4FA7-8140-F4EB2E19E662}" type="doc">
      <dgm:prSet loTypeId="urn:microsoft.com/office/officeart/2005/8/layout/hProcess9" loCatId="process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7E340D2B-4F9C-4567-BFED-C8DBC2FDE994}">
      <dgm:prSet/>
      <dgm:spPr/>
      <dgm:t>
        <a:bodyPr/>
        <a:lstStyle/>
        <a:p>
          <a:pPr>
            <a:defRPr cap="all"/>
          </a:pPr>
          <a:r>
            <a:rPr lang="fr-CH" b="1" dirty="0"/>
            <a:t>Contexte et problématique</a:t>
          </a:r>
          <a:endParaRPr lang="en-US" dirty="0"/>
        </a:p>
      </dgm:t>
    </dgm:pt>
    <dgm:pt modelId="{BE897E69-9FBC-417E-9D3E-32401496411B}" type="parTrans" cxnId="{5C54D3B1-AE50-4547-B358-9221527EB2BE}">
      <dgm:prSet/>
      <dgm:spPr/>
      <dgm:t>
        <a:bodyPr/>
        <a:lstStyle/>
        <a:p>
          <a:endParaRPr lang="en-US"/>
        </a:p>
      </dgm:t>
    </dgm:pt>
    <dgm:pt modelId="{EDA4CFEC-6393-4F03-BADF-85E41F75CD03}" type="sibTrans" cxnId="{5C54D3B1-AE50-4547-B358-9221527EB2BE}">
      <dgm:prSet/>
      <dgm:spPr/>
      <dgm:t>
        <a:bodyPr/>
        <a:lstStyle/>
        <a:p>
          <a:endParaRPr lang="en-US"/>
        </a:p>
      </dgm:t>
    </dgm:pt>
    <dgm:pt modelId="{0F01D833-28C0-4161-93C9-037C00598B52}">
      <dgm:prSet/>
      <dgm:spPr/>
      <dgm:t>
        <a:bodyPr/>
        <a:lstStyle/>
        <a:p>
          <a:pPr>
            <a:defRPr cap="all"/>
          </a:pPr>
          <a:r>
            <a:rPr lang="fr-CH" b="1"/>
            <a:t>Objectif(s)</a:t>
          </a:r>
          <a:endParaRPr lang="en-US"/>
        </a:p>
      </dgm:t>
    </dgm:pt>
    <dgm:pt modelId="{5E1AD16B-381F-439F-B6F3-E575B6DD4BCB}" type="parTrans" cxnId="{C5206558-5CD2-4F23-9164-7AC7FFC33551}">
      <dgm:prSet/>
      <dgm:spPr/>
      <dgm:t>
        <a:bodyPr/>
        <a:lstStyle/>
        <a:p>
          <a:endParaRPr lang="en-US"/>
        </a:p>
      </dgm:t>
    </dgm:pt>
    <dgm:pt modelId="{BD711811-70B2-45D9-8329-5C617AC130CF}" type="sibTrans" cxnId="{C5206558-5CD2-4F23-9164-7AC7FFC33551}">
      <dgm:prSet/>
      <dgm:spPr/>
      <dgm:t>
        <a:bodyPr/>
        <a:lstStyle/>
        <a:p>
          <a:endParaRPr lang="en-US"/>
        </a:p>
      </dgm:t>
    </dgm:pt>
    <dgm:pt modelId="{C5A9475D-63D5-4790-A650-17E7B84859F4}">
      <dgm:prSet/>
      <dgm:spPr/>
      <dgm:t>
        <a:bodyPr/>
        <a:lstStyle/>
        <a:p>
          <a:pPr>
            <a:defRPr cap="all"/>
          </a:pPr>
          <a:r>
            <a:rPr lang="fr-CH" b="1">
              <a:solidFill>
                <a:schemeClr val="bg1"/>
              </a:solidFill>
            </a:rPr>
            <a:t>Méthodes</a:t>
          </a:r>
          <a:endParaRPr lang="en-US">
            <a:solidFill>
              <a:schemeClr val="bg1"/>
            </a:solidFill>
          </a:endParaRPr>
        </a:p>
      </dgm:t>
    </dgm:pt>
    <dgm:pt modelId="{4AC2FC2E-4F8D-4FAF-ABB2-69ED7A0E0268}" type="parTrans" cxnId="{8D39596B-AC4B-4318-ABB7-FBE4C38E029D}">
      <dgm:prSet/>
      <dgm:spPr/>
      <dgm:t>
        <a:bodyPr/>
        <a:lstStyle/>
        <a:p>
          <a:endParaRPr lang="en-US"/>
        </a:p>
      </dgm:t>
    </dgm:pt>
    <dgm:pt modelId="{7CD5488B-5CE1-4F04-99CF-20C7C621F14D}" type="sibTrans" cxnId="{8D39596B-AC4B-4318-ABB7-FBE4C38E029D}">
      <dgm:prSet/>
      <dgm:spPr/>
      <dgm:t>
        <a:bodyPr/>
        <a:lstStyle/>
        <a:p>
          <a:endParaRPr lang="en-US"/>
        </a:p>
      </dgm:t>
    </dgm:pt>
    <dgm:pt modelId="{6341301C-D889-4A84-8DAB-99A3F992FA9F}" type="pres">
      <dgm:prSet presAssocID="{D4C6ACC8-4D39-4FA7-8140-F4EB2E19E662}" presName="CompostProcess" presStyleCnt="0">
        <dgm:presLayoutVars>
          <dgm:dir/>
          <dgm:resizeHandles val="exact"/>
        </dgm:presLayoutVars>
      </dgm:prSet>
      <dgm:spPr/>
    </dgm:pt>
    <dgm:pt modelId="{57291CDC-8579-41A9-B3D4-DE52D6724B54}" type="pres">
      <dgm:prSet presAssocID="{D4C6ACC8-4D39-4FA7-8140-F4EB2E19E662}" presName="arrow" presStyleLbl="bgShp" presStyleIdx="0" presStyleCnt="1" custLinFactNeighborX="86" custLinFactNeighborY="2012"/>
      <dgm:spPr/>
    </dgm:pt>
    <dgm:pt modelId="{376FAFDB-6104-4263-85C6-DAB91681D75F}" type="pres">
      <dgm:prSet presAssocID="{D4C6ACC8-4D39-4FA7-8140-F4EB2E19E662}" presName="linearProcess" presStyleCnt="0"/>
      <dgm:spPr/>
    </dgm:pt>
    <dgm:pt modelId="{E9D48C64-7C32-4116-99C3-351C503305A0}" type="pres">
      <dgm:prSet presAssocID="{7E340D2B-4F9C-4567-BFED-C8DBC2FDE994}" presName="textNode" presStyleLbl="node1" presStyleIdx="0" presStyleCnt="3">
        <dgm:presLayoutVars>
          <dgm:bulletEnabled val="1"/>
        </dgm:presLayoutVars>
      </dgm:prSet>
      <dgm:spPr/>
    </dgm:pt>
    <dgm:pt modelId="{E0D9A65F-F19B-487B-BDA5-AF356E4D25D0}" type="pres">
      <dgm:prSet presAssocID="{EDA4CFEC-6393-4F03-BADF-85E41F75CD03}" presName="sibTrans" presStyleCnt="0"/>
      <dgm:spPr/>
    </dgm:pt>
    <dgm:pt modelId="{0B75E527-153C-4B10-80CE-1F2057A88015}" type="pres">
      <dgm:prSet presAssocID="{0F01D833-28C0-4161-93C9-037C00598B52}" presName="textNode" presStyleLbl="node1" presStyleIdx="1" presStyleCnt="3">
        <dgm:presLayoutVars>
          <dgm:bulletEnabled val="1"/>
        </dgm:presLayoutVars>
      </dgm:prSet>
      <dgm:spPr/>
    </dgm:pt>
    <dgm:pt modelId="{DF065964-B88C-4E92-9A29-716011720739}" type="pres">
      <dgm:prSet presAssocID="{BD711811-70B2-45D9-8329-5C617AC130CF}" presName="sibTrans" presStyleCnt="0"/>
      <dgm:spPr/>
    </dgm:pt>
    <dgm:pt modelId="{90E5BCFA-3C8A-457F-B6B3-D041C36A25FB}" type="pres">
      <dgm:prSet presAssocID="{C5A9475D-63D5-4790-A650-17E7B84859F4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7CDB060F-0F48-4969-88DA-24971E2A351F}" type="presOf" srcId="{7E340D2B-4F9C-4567-BFED-C8DBC2FDE994}" destId="{E9D48C64-7C32-4116-99C3-351C503305A0}" srcOrd="0" destOrd="0" presId="urn:microsoft.com/office/officeart/2005/8/layout/hProcess9"/>
    <dgm:cxn modelId="{95E58217-4A2B-43D6-B888-0601920F8602}" type="presOf" srcId="{0F01D833-28C0-4161-93C9-037C00598B52}" destId="{0B75E527-153C-4B10-80CE-1F2057A88015}" srcOrd="0" destOrd="0" presId="urn:microsoft.com/office/officeart/2005/8/layout/hProcess9"/>
    <dgm:cxn modelId="{64955B4A-A64D-4882-B12F-201095074FAD}" type="presOf" srcId="{D4C6ACC8-4D39-4FA7-8140-F4EB2E19E662}" destId="{6341301C-D889-4A84-8DAB-99A3F992FA9F}" srcOrd="0" destOrd="0" presId="urn:microsoft.com/office/officeart/2005/8/layout/hProcess9"/>
    <dgm:cxn modelId="{8D39596B-AC4B-4318-ABB7-FBE4C38E029D}" srcId="{D4C6ACC8-4D39-4FA7-8140-F4EB2E19E662}" destId="{C5A9475D-63D5-4790-A650-17E7B84859F4}" srcOrd="2" destOrd="0" parTransId="{4AC2FC2E-4F8D-4FAF-ABB2-69ED7A0E0268}" sibTransId="{7CD5488B-5CE1-4F04-99CF-20C7C621F14D}"/>
    <dgm:cxn modelId="{C5206558-5CD2-4F23-9164-7AC7FFC33551}" srcId="{D4C6ACC8-4D39-4FA7-8140-F4EB2E19E662}" destId="{0F01D833-28C0-4161-93C9-037C00598B52}" srcOrd="1" destOrd="0" parTransId="{5E1AD16B-381F-439F-B6F3-E575B6DD4BCB}" sibTransId="{BD711811-70B2-45D9-8329-5C617AC130CF}"/>
    <dgm:cxn modelId="{807344A3-A38F-4B39-842E-160BF35BC51D}" type="presOf" srcId="{C5A9475D-63D5-4790-A650-17E7B84859F4}" destId="{90E5BCFA-3C8A-457F-B6B3-D041C36A25FB}" srcOrd="0" destOrd="0" presId="urn:microsoft.com/office/officeart/2005/8/layout/hProcess9"/>
    <dgm:cxn modelId="{5C54D3B1-AE50-4547-B358-9221527EB2BE}" srcId="{D4C6ACC8-4D39-4FA7-8140-F4EB2E19E662}" destId="{7E340D2B-4F9C-4567-BFED-C8DBC2FDE994}" srcOrd="0" destOrd="0" parTransId="{BE897E69-9FBC-417E-9D3E-32401496411B}" sibTransId="{EDA4CFEC-6393-4F03-BADF-85E41F75CD03}"/>
    <dgm:cxn modelId="{CC719151-42EC-4A87-9038-A06DDE3D04C8}" type="presParOf" srcId="{6341301C-D889-4A84-8DAB-99A3F992FA9F}" destId="{57291CDC-8579-41A9-B3D4-DE52D6724B54}" srcOrd="0" destOrd="0" presId="urn:microsoft.com/office/officeart/2005/8/layout/hProcess9"/>
    <dgm:cxn modelId="{2558DEED-F14B-4D64-9274-58BF5AB83301}" type="presParOf" srcId="{6341301C-D889-4A84-8DAB-99A3F992FA9F}" destId="{376FAFDB-6104-4263-85C6-DAB91681D75F}" srcOrd="1" destOrd="0" presId="urn:microsoft.com/office/officeart/2005/8/layout/hProcess9"/>
    <dgm:cxn modelId="{58BE1753-7596-4327-9EC8-54C74C9A9047}" type="presParOf" srcId="{376FAFDB-6104-4263-85C6-DAB91681D75F}" destId="{E9D48C64-7C32-4116-99C3-351C503305A0}" srcOrd="0" destOrd="0" presId="urn:microsoft.com/office/officeart/2005/8/layout/hProcess9"/>
    <dgm:cxn modelId="{39B130ED-8ADD-4BFA-89E3-27847BE6338F}" type="presParOf" srcId="{376FAFDB-6104-4263-85C6-DAB91681D75F}" destId="{E0D9A65F-F19B-487B-BDA5-AF356E4D25D0}" srcOrd="1" destOrd="0" presId="urn:microsoft.com/office/officeart/2005/8/layout/hProcess9"/>
    <dgm:cxn modelId="{D0D87F7F-7EAA-40CC-A799-FD072D077F5E}" type="presParOf" srcId="{376FAFDB-6104-4263-85C6-DAB91681D75F}" destId="{0B75E527-153C-4B10-80CE-1F2057A88015}" srcOrd="2" destOrd="0" presId="urn:microsoft.com/office/officeart/2005/8/layout/hProcess9"/>
    <dgm:cxn modelId="{B8585BAB-99A1-4CC0-9909-9F59FBE4736D}" type="presParOf" srcId="{376FAFDB-6104-4263-85C6-DAB91681D75F}" destId="{DF065964-B88C-4E92-9A29-716011720739}" srcOrd="3" destOrd="0" presId="urn:microsoft.com/office/officeart/2005/8/layout/hProcess9"/>
    <dgm:cxn modelId="{A2E2916C-5017-463E-9980-AEC3DC1C4503}" type="presParOf" srcId="{376FAFDB-6104-4263-85C6-DAB91681D75F}" destId="{90E5BCFA-3C8A-457F-B6B3-D041C36A25F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FFBD40-F8E6-43E3-AE86-353CB709F92E}" type="doc">
      <dgm:prSet loTypeId="urn:microsoft.com/office/officeart/2005/8/layout/process1" loCatId="process" qsTypeId="urn:microsoft.com/office/officeart/2005/8/quickstyle/simple4" qsCatId="simple" csTypeId="urn:microsoft.com/office/officeart/2005/8/colors/accent2_3" csCatId="accent2" phldr="1"/>
      <dgm:spPr/>
    </dgm:pt>
    <dgm:pt modelId="{417432DF-1914-4AA3-8051-9FD2C739016D}">
      <dgm:prSet phldrT="[Text]" phldr="0"/>
      <dgm:spPr/>
      <dgm:t>
        <a:bodyPr/>
        <a:lstStyle/>
        <a:p>
          <a:r>
            <a:rPr lang="fr-CH" sz="2400" b="1">
              <a:latin typeface="Open Sans"/>
              <a:ea typeface="Open Sans"/>
              <a:cs typeface="Open Sans"/>
            </a:rPr>
            <a:t>Récolter</a:t>
          </a:r>
          <a:endParaRPr lang="en-US"/>
        </a:p>
      </dgm:t>
    </dgm:pt>
    <dgm:pt modelId="{30ADC16E-75AC-49FE-A546-7F48696507B9}" type="parTrans" cxnId="{FAA6ADDC-726F-4AD9-935C-8F6C33A0A3A4}">
      <dgm:prSet/>
      <dgm:spPr/>
    </dgm:pt>
    <dgm:pt modelId="{0E26AE7B-024A-49A3-AF61-5C7CB240C557}" type="sibTrans" cxnId="{FAA6ADDC-726F-4AD9-935C-8F6C33A0A3A4}">
      <dgm:prSet/>
      <dgm:spPr/>
      <dgm:t>
        <a:bodyPr/>
        <a:lstStyle/>
        <a:p>
          <a:endParaRPr lang="en-US"/>
        </a:p>
      </dgm:t>
    </dgm:pt>
    <dgm:pt modelId="{F36F0342-7036-413A-BC43-1075299634C0}">
      <dgm:prSet phldrT="[Text]" phldr="0"/>
      <dgm:spPr/>
      <dgm:t>
        <a:bodyPr/>
        <a:lstStyle/>
        <a:p>
          <a:pPr rtl="0"/>
          <a:r>
            <a:rPr lang="fr-CH" sz="2400" b="1">
              <a:latin typeface="Open Sans"/>
              <a:ea typeface="Open Sans"/>
              <a:cs typeface="Open Sans"/>
            </a:rPr>
            <a:t>Filtrer </a:t>
          </a:r>
          <a:endParaRPr lang="en-US"/>
        </a:p>
      </dgm:t>
    </dgm:pt>
    <dgm:pt modelId="{8621E295-87D6-43EF-88D8-FBF3D0D1D4CF}" type="parTrans" cxnId="{2DA830AD-2FEA-44F7-B27F-E76704F34435}">
      <dgm:prSet/>
      <dgm:spPr/>
    </dgm:pt>
    <dgm:pt modelId="{EF476015-306F-41FC-8E3A-E7C895CDB39B}" type="sibTrans" cxnId="{2DA830AD-2FEA-44F7-B27F-E76704F34435}">
      <dgm:prSet/>
      <dgm:spPr/>
      <dgm:t>
        <a:bodyPr/>
        <a:lstStyle/>
        <a:p>
          <a:endParaRPr lang="en-US"/>
        </a:p>
      </dgm:t>
    </dgm:pt>
    <dgm:pt modelId="{F4669150-19DD-420A-9FA6-ABEDA3007AB0}">
      <dgm:prSet phldr="0"/>
      <dgm:spPr/>
      <dgm:t>
        <a:bodyPr/>
        <a:lstStyle/>
        <a:p>
          <a:pPr algn="l" rtl="0"/>
          <a:r>
            <a:rPr lang="fr-CH" sz="2400" b="1">
              <a:latin typeface="Open Sans"/>
              <a:ea typeface="Open Sans"/>
              <a:cs typeface="Open Sans"/>
            </a:rPr>
            <a:t>Comparer/Analyser</a:t>
          </a:r>
          <a:endParaRPr lang="en-US" sz="2400">
            <a:latin typeface="Open Sans"/>
            <a:ea typeface="Open Sans"/>
            <a:cs typeface="Open Sans"/>
          </a:endParaRPr>
        </a:p>
      </dgm:t>
    </dgm:pt>
    <dgm:pt modelId="{76725155-A269-4485-ABAE-2AD0DBCE1AC4}" type="parTrans" cxnId="{CAD19EBC-1C13-486C-9149-F105A3500A99}">
      <dgm:prSet/>
      <dgm:spPr/>
    </dgm:pt>
    <dgm:pt modelId="{D3A38155-FD77-4CBD-A31B-E012DDE69169}" type="sibTrans" cxnId="{CAD19EBC-1C13-486C-9149-F105A3500A99}">
      <dgm:prSet/>
      <dgm:spPr/>
      <dgm:t>
        <a:bodyPr/>
        <a:lstStyle/>
        <a:p>
          <a:endParaRPr lang="en-US"/>
        </a:p>
      </dgm:t>
    </dgm:pt>
    <dgm:pt modelId="{A21D2127-DBA2-4E89-9AB2-AFF2B4D858FB}" type="pres">
      <dgm:prSet presAssocID="{07FFBD40-F8E6-43E3-AE86-353CB709F92E}" presName="Name0" presStyleCnt="0">
        <dgm:presLayoutVars>
          <dgm:dir/>
          <dgm:resizeHandles val="exact"/>
        </dgm:presLayoutVars>
      </dgm:prSet>
      <dgm:spPr/>
    </dgm:pt>
    <dgm:pt modelId="{7FDAF70E-ADA5-47F5-8EBF-DF48FC33069C}" type="pres">
      <dgm:prSet presAssocID="{417432DF-1914-4AA3-8051-9FD2C739016D}" presName="node" presStyleLbl="node1" presStyleIdx="0" presStyleCnt="3">
        <dgm:presLayoutVars>
          <dgm:bulletEnabled val="1"/>
        </dgm:presLayoutVars>
      </dgm:prSet>
      <dgm:spPr/>
    </dgm:pt>
    <dgm:pt modelId="{7395251C-159A-4415-B2A0-974F8195149A}" type="pres">
      <dgm:prSet presAssocID="{0E26AE7B-024A-49A3-AF61-5C7CB240C557}" presName="sibTrans" presStyleLbl="sibTrans2D1" presStyleIdx="0" presStyleCnt="2"/>
      <dgm:spPr/>
    </dgm:pt>
    <dgm:pt modelId="{6891EB18-D06D-43F6-A6BB-1E48BA378B11}" type="pres">
      <dgm:prSet presAssocID="{0E26AE7B-024A-49A3-AF61-5C7CB240C557}" presName="connectorText" presStyleLbl="sibTrans2D1" presStyleIdx="0" presStyleCnt="2"/>
      <dgm:spPr/>
    </dgm:pt>
    <dgm:pt modelId="{4D3FE9FB-A689-4114-B530-93E4AE8D3A45}" type="pres">
      <dgm:prSet presAssocID="{F36F0342-7036-413A-BC43-1075299634C0}" presName="node" presStyleLbl="node1" presStyleIdx="1" presStyleCnt="3">
        <dgm:presLayoutVars>
          <dgm:bulletEnabled val="1"/>
        </dgm:presLayoutVars>
      </dgm:prSet>
      <dgm:spPr/>
    </dgm:pt>
    <dgm:pt modelId="{CB485982-1840-45BC-9580-2FA0D1AFE6C3}" type="pres">
      <dgm:prSet presAssocID="{EF476015-306F-41FC-8E3A-E7C895CDB39B}" presName="sibTrans" presStyleLbl="sibTrans2D1" presStyleIdx="1" presStyleCnt="2"/>
      <dgm:spPr/>
    </dgm:pt>
    <dgm:pt modelId="{26489A4B-4DE6-4C1B-8BF2-8ED0A6800F82}" type="pres">
      <dgm:prSet presAssocID="{EF476015-306F-41FC-8E3A-E7C895CDB39B}" presName="connectorText" presStyleLbl="sibTrans2D1" presStyleIdx="1" presStyleCnt="2"/>
      <dgm:spPr/>
    </dgm:pt>
    <dgm:pt modelId="{C535A901-4322-43E7-A255-706A92FD8D69}" type="pres">
      <dgm:prSet presAssocID="{F4669150-19DD-420A-9FA6-ABEDA3007AB0}" presName="node" presStyleLbl="node1" presStyleIdx="2" presStyleCnt="3">
        <dgm:presLayoutVars>
          <dgm:bulletEnabled val="1"/>
        </dgm:presLayoutVars>
      </dgm:prSet>
      <dgm:spPr/>
    </dgm:pt>
  </dgm:ptLst>
  <dgm:cxnLst>
    <dgm:cxn modelId="{B35F0E01-1742-4E81-8DB5-CC8DC7855AA0}" type="presOf" srcId="{07FFBD40-F8E6-43E3-AE86-353CB709F92E}" destId="{A21D2127-DBA2-4E89-9AB2-AFF2B4D858FB}" srcOrd="0" destOrd="0" presId="urn:microsoft.com/office/officeart/2005/8/layout/process1"/>
    <dgm:cxn modelId="{B6E21503-6CF6-4915-9E13-BC71F5819B24}" type="presOf" srcId="{0E26AE7B-024A-49A3-AF61-5C7CB240C557}" destId="{6891EB18-D06D-43F6-A6BB-1E48BA378B11}" srcOrd="1" destOrd="0" presId="urn:microsoft.com/office/officeart/2005/8/layout/process1"/>
    <dgm:cxn modelId="{5DF6F311-8D09-43AF-8A17-24F69EFAC0AF}" type="presOf" srcId="{EF476015-306F-41FC-8E3A-E7C895CDB39B}" destId="{CB485982-1840-45BC-9580-2FA0D1AFE6C3}" srcOrd="0" destOrd="0" presId="urn:microsoft.com/office/officeart/2005/8/layout/process1"/>
    <dgm:cxn modelId="{9AFDBF6E-EA0A-4C4A-8165-D52D7F505389}" type="presOf" srcId="{417432DF-1914-4AA3-8051-9FD2C739016D}" destId="{7FDAF70E-ADA5-47F5-8EBF-DF48FC33069C}" srcOrd="0" destOrd="0" presId="urn:microsoft.com/office/officeart/2005/8/layout/process1"/>
    <dgm:cxn modelId="{CA584872-D1CF-4DAF-9D1D-6A4F4290B314}" type="presOf" srcId="{F4669150-19DD-420A-9FA6-ABEDA3007AB0}" destId="{C535A901-4322-43E7-A255-706A92FD8D69}" srcOrd="0" destOrd="0" presId="urn:microsoft.com/office/officeart/2005/8/layout/process1"/>
    <dgm:cxn modelId="{5CBDAE59-8FEE-45F7-AB8E-48AA2A203B58}" type="presOf" srcId="{EF476015-306F-41FC-8E3A-E7C895CDB39B}" destId="{26489A4B-4DE6-4C1B-8BF2-8ED0A6800F82}" srcOrd="1" destOrd="0" presId="urn:microsoft.com/office/officeart/2005/8/layout/process1"/>
    <dgm:cxn modelId="{2DA830AD-2FEA-44F7-B27F-E76704F34435}" srcId="{07FFBD40-F8E6-43E3-AE86-353CB709F92E}" destId="{F36F0342-7036-413A-BC43-1075299634C0}" srcOrd="1" destOrd="0" parTransId="{8621E295-87D6-43EF-88D8-FBF3D0D1D4CF}" sibTransId="{EF476015-306F-41FC-8E3A-E7C895CDB39B}"/>
    <dgm:cxn modelId="{CAD19EBC-1C13-486C-9149-F105A3500A99}" srcId="{07FFBD40-F8E6-43E3-AE86-353CB709F92E}" destId="{F4669150-19DD-420A-9FA6-ABEDA3007AB0}" srcOrd="2" destOrd="0" parTransId="{76725155-A269-4485-ABAE-2AD0DBCE1AC4}" sibTransId="{D3A38155-FD77-4CBD-A31B-E012DDE69169}"/>
    <dgm:cxn modelId="{79A5F3D5-C37C-49D6-A7FD-3A0CBAC22E1D}" type="presOf" srcId="{0E26AE7B-024A-49A3-AF61-5C7CB240C557}" destId="{7395251C-159A-4415-B2A0-974F8195149A}" srcOrd="0" destOrd="0" presId="urn:microsoft.com/office/officeart/2005/8/layout/process1"/>
    <dgm:cxn modelId="{FAA6ADDC-726F-4AD9-935C-8F6C33A0A3A4}" srcId="{07FFBD40-F8E6-43E3-AE86-353CB709F92E}" destId="{417432DF-1914-4AA3-8051-9FD2C739016D}" srcOrd="0" destOrd="0" parTransId="{30ADC16E-75AC-49FE-A546-7F48696507B9}" sibTransId="{0E26AE7B-024A-49A3-AF61-5C7CB240C557}"/>
    <dgm:cxn modelId="{09FC17F0-1329-41C1-9C14-1B034DE92F95}" type="presOf" srcId="{F36F0342-7036-413A-BC43-1075299634C0}" destId="{4D3FE9FB-A689-4114-B530-93E4AE8D3A45}" srcOrd="0" destOrd="0" presId="urn:microsoft.com/office/officeart/2005/8/layout/process1"/>
    <dgm:cxn modelId="{F9F975F3-50E9-47A1-B7C2-829CE36CCF9E}" type="presParOf" srcId="{A21D2127-DBA2-4E89-9AB2-AFF2B4D858FB}" destId="{7FDAF70E-ADA5-47F5-8EBF-DF48FC33069C}" srcOrd="0" destOrd="0" presId="urn:microsoft.com/office/officeart/2005/8/layout/process1"/>
    <dgm:cxn modelId="{AC0BD7DE-41FE-4F93-905E-F27BD7020021}" type="presParOf" srcId="{A21D2127-DBA2-4E89-9AB2-AFF2B4D858FB}" destId="{7395251C-159A-4415-B2A0-974F8195149A}" srcOrd="1" destOrd="0" presId="urn:microsoft.com/office/officeart/2005/8/layout/process1"/>
    <dgm:cxn modelId="{6C2133F4-0E3A-40F3-B34A-70F2825DBF09}" type="presParOf" srcId="{7395251C-159A-4415-B2A0-974F8195149A}" destId="{6891EB18-D06D-43F6-A6BB-1E48BA378B11}" srcOrd="0" destOrd="0" presId="urn:microsoft.com/office/officeart/2005/8/layout/process1"/>
    <dgm:cxn modelId="{0529A037-0D7B-4184-A47F-3E839810C742}" type="presParOf" srcId="{A21D2127-DBA2-4E89-9AB2-AFF2B4D858FB}" destId="{4D3FE9FB-A689-4114-B530-93E4AE8D3A45}" srcOrd="2" destOrd="0" presId="urn:microsoft.com/office/officeart/2005/8/layout/process1"/>
    <dgm:cxn modelId="{20F7AEA9-3709-4CD9-A963-4AA31AE85AF5}" type="presParOf" srcId="{A21D2127-DBA2-4E89-9AB2-AFF2B4D858FB}" destId="{CB485982-1840-45BC-9580-2FA0D1AFE6C3}" srcOrd="3" destOrd="0" presId="urn:microsoft.com/office/officeart/2005/8/layout/process1"/>
    <dgm:cxn modelId="{FE6300C5-904F-47F1-AD6A-A5569219330E}" type="presParOf" srcId="{CB485982-1840-45BC-9580-2FA0D1AFE6C3}" destId="{26489A4B-4DE6-4C1B-8BF2-8ED0A6800F82}" srcOrd="0" destOrd="0" presId="urn:microsoft.com/office/officeart/2005/8/layout/process1"/>
    <dgm:cxn modelId="{DFD2EF9D-AB42-455C-BE2B-864E21AFCC93}" type="presParOf" srcId="{A21D2127-DBA2-4E89-9AB2-AFF2B4D858FB}" destId="{C535A901-4322-43E7-A255-706A92FD8D6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2582BD-E0D7-4E7A-B963-6E19DCEAFB24}" type="doc">
      <dgm:prSet loTypeId="urn:microsoft.com/office/officeart/2005/8/layout/chevron2" loCatId="process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EDA1D81A-C355-404C-9314-7875B6D530B1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Maroua &amp; Vadym</a:t>
          </a:r>
          <a:endParaRPr lang="en-US"/>
        </a:p>
      </dgm:t>
    </dgm:pt>
    <dgm:pt modelId="{3AF32162-17EC-4D48-9DF8-56DD73A8909B}" type="parTrans" cxnId="{4DA6DD5E-C37E-444D-AE52-DC3D59A0B6C2}">
      <dgm:prSet/>
      <dgm:spPr/>
      <dgm:t>
        <a:bodyPr/>
        <a:lstStyle/>
        <a:p>
          <a:endParaRPr lang="en-US"/>
        </a:p>
      </dgm:t>
    </dgm:pt>
    <dgm:pt modelId="{74180B77-33E8-4DFB-98B3-D3F87247F43D}" type="sibTrans" cxnId="{4DA6DD5E-C37E-444D-AE52-DC3D59A0B6C2}">
      <dgm:prSet/>
      <dgm:spPr/>
      <dgm:t>
        <a:bodyPr/>
        <a:lstStyle/>
        <a:p>
          <a:endParaRPr lang="en-US"/>
        </a:p>
      </dgm:t>
    </dgm:pt>
    <dgm:pt modelId="{1242BFFC-B016-4E2D-816F-B3B1730F6F3C}">
      <dgm:prSet phldrT="[Text]" phldr="0"/>
      <dgm:spPr/>
      <dgm:t>
        <a:bodyPr/>
        <a:lstStyle/>
        <a:p>
          <a:pPr rtl="0"/>
          <a:r>
            <a:rPr lang="fr-CH" sz="1600" b="1">
              <a:latin typeface="Open Sans"/>
              <a:ea typeface="Open Sans"/>
              <a:cs typeface="Open Sans"/>
            </a:rPr>
            <a:t>Nettoyage des données</a:t>
          </a:r>
          <a:endParaRPr lang="en-US" sz="1400"/>
        </a:p>
      </dgm:t>
    </dgm:pt>
    <dgm:pt modelId="{E846FCCC-F14A-489D-BDB4-2AD5FFAD2105}" type="parTrans" cxnId="{1D62D634-B43F-42C3-81A1-300728022F3E}">
      <dgm:prSet/>
      <dgm:spPr/>
      <dgm:t>
        <a:bodyPr/>
        <a:lstStyle/>
        <a:p>
          <a:endParaRPr lang="en-US"/>
        </a:p>
      </dgm:t>
    </dgm:pt>
    <dgm:pt modelId="{E43C51C1-BEEA-4D6F-BC57-F04C40407143}" type="sibTrans" cxnId="{1D62D634-B43F-42C3-81A1-300728022F3E}">
      <dgm:prSet/>
      <dgm:spPr/>
      <dgm:t>
        <a:bodyPr/>
        <a:lstStyle/>
        <a:p>
          <a:endParaRPr lang="en-US"/>
        </a:p>
      </dgm:t>
    </dgm:pt>
    <dgm:pt modelId="{C80BE5A9-409D-42CC-9F06-2F312FAFFD52}">
      <dgm:prSet phldrT="[Text]" phldr="0"/>
      <dgm:spPr/>
      <dgm:t>
        <a:bodyPr/>
        <a:lstStyle/>
        <a:p>
          <a:pPr rtl="0"/>
          <a:r>
            <a:rPr lang="fr-CH" sz="1600" b="1">
              <a:latin typeface="Open Sans"/>
              <a:ea typeface="Open Sans"/>
              <a:cs typeface="Open Sans"/>
            </a:rPr>
            <a:t>Comparaison et recherche de corrélation entre les données</a:t>
          </a:r>
          <a:endParaRPr lang="en-US" sz="1400"/>
        </a:p>
      </dgm:t>
    </dgm:pt>
    <dgm:pt modelId="{53FC800D-C439-49F9-9789-9B29876D00DB}" type="parTrans" cxnId="{1954FE32-41D1-45CD-A15F-41180911222E}">
      <dgm:prSet/>
      <dgm:spPr/>
      <dgm:t>
        <a:bodyPr/>
        <a:lstStyle/>
        <a:p>
          <a:endParaRPr lang="en-US"/>
        </a:p>
      </dgm:t>
    </dgm:pt>
    <dgm:pt modelId="{935F45E8-6746-461E-B7C1-C38D981753B8}" type="sibTrans" cxnId="{1954FE32-41D1-45CD-A15F-41180911222E}">
      <dgm:prSet/>
      <dgm:spPr/>
      <dgm:t>
        <a:bodyPr/>
        <a:lstStyle/>
        <a:p>
          <a:endParaRPr lang="en-US"/>
        </a:p>
      </dgm:t>
    </dgm:pt>
    <dgm:pt modelId="{AAD6F782-2E94-4D04-A904-E32F0330624B}">
      <dgm:prSet phldrT="[Text]" phldr="0"/>
      <dgm:spPr/>
      <dgm:t>
        <a:bodyPr/>
        <a:lstStyle/>
        <a:p>
          <a:r>
            <a:rPr lang="en-US" sz="1800">
              <a:latin typeface="Calibri"/>
            </a:rPr>
            <a:t>Lucas</a:t>
          </a:r>
          <a:endParaRPr lang="en-US" sz="1800"/>
        </a:p>
      </dgm:t>
    </dgm:pt>
    <dgm:pt modelId="{3FC33339-0BCB-4822-8907-4CAD7DC59ED6}" type="parTrans" cxnId="{1EC44CD7-6B27-4D20-BD30-F69C807B37FE}">
      <dgm:prSet/>
      <dgm:spPr/>
      <dgm:t>
        <a:bodyPr/>
        <a:lstStyle/>
        <a:p>
          <a:endParaRPr lang="en-US"/>
        </a:p>
      </dgm:t>
    </dgm:pt>
    <dgm:pt modelId="{2B0DB8C8-CEEE-48E0-A488-B8791653DBB7}" type="sibTrans" cxnId="{1EC44CD7-6B27-4D20-BD30-F69C807B37FE}">
      <dgm:prSet/>
      <dgm:spPr/>
      <dgm:t>
        <a:bodyPr/>
        <a:lstStyle/>
        <a:p>
          <a:endParaRPr lang="en-US"/>
        </a:p>
      </dgm:t>
    </dgm:pt>
    <dgm:pt modelId="{EFBB9477-61AB-4CFA-9A22-B2BC3B56E9F5}">
      <dgm:prSet phldr="0"/>
      <dgm:spPr/>
      <dgm:t>
        <a:bodyPr/>
        <a:lstStyle/>
        <a:p>
          <a:pPr rtl="0"/>
          <a:r>
            <a:rPr lang="fr-CH" sz="1600" b="1">
              <a:latin typeface="Open Sans"/>
              <a:ea typeface="Open Sans"/>
              <a:cs typeface="Open Sans"/>
            </a:rPr>
            <a:t>Préparation Oral</a:t>
          </a:r>
          <a:endParaRPr lang="en-US" sz="1400">
            <a:latin typeface="Calibri"/>
          </a:endParaRPr>
        </a:p>
      </dgm:t>
    </dgm:pt>
    <dgm:pt modelId="{646C2012-729B-4771-8CD4-C544BA39EAB7}" type="parTrans" cxnId="{21EED09A-61DB-4827-BF8A-830AB2A2F324}">
      <dgm:prSet/>
      <dgm:spPr/>
    </dgm:pt>
    <dgm:pt modelId="{90BD0D3D-06D9-4627-B4C4-E58AE7F0FDFF}" type="sibTrans" cxnId="{21EED09A-61DB-4827-BF8A-830AB2A2F324}">
      <dgm:prSet/>
      <dgm:spPr/>
    </dgm:pt>
    <dgm:pt modelId="{72BC73EF-F08F-4A46-9B3D-3BD155E43A99}">
      <dgm:prSet phldr="0"/>
      <dgm:spPr/>
      <dgm:t>
        <a:bodyPr/>
        <a:lstStyle/>
        <a:p>
          <a:pPr algn="l" rtl="0"/>
          <a:r>
            <a:rPr lang="fr-CH" sz="1600" b="1">
              <a:latin typeface="Open Sans"/>
              <a:ea typeface="Open Sans"/>
              <a:cs typeface="Open Sans"/>
            </a:rPr>
            <a:t>Statistiques</a:t>
          </a:r>
          <a:endParaRPr lang="en-US" sz="1600">
            <a:latin typeface="Open Sans"/>
            <a:ea typeface="Open Sans"/>
            <a:cs typeface="Open Sans"/>
          </a:endParaRPr>
        </a:p>
      </dgm:t>
    </dgm:pt>
    <dgm:pt modelId="{AF97E5FB-2BA8-4E5C-B1E2-9379CCC24882}" type="parTrans" cxnId="{7ACF99BD-165B-4040-A35C-7568D93851F1}">
      <dgm:prSet/>
      <dgm:spPr/>
    </dgm:pt>
    <dgm:pt modelId="{A144501D-24B3-48E5-8720-57473469EBEC}" type="sibTrans" cxnId="{7ACF99BD-165B-4040-A35C-7568D93851F1}">
      <dgm:prSet/>
      <dgm:spPr/>
    </dgm:pt>
    <dgm:pt modelId="{08E093B7-7CEF-4201-A8A9-E299349C2D79}" type="pres">
      <dgm:prSet presAssocID="{502582BD-E0D7-4E7A-B963-6E19DCEAFB24}" presName="linearFlow" presStyleCnt="0">
        <dgm:presLayoutVars>
          <dgm:dir/>
          <dgm:animLvl val="lvl"/>
          <dgm:resizeHandles val="exact"/>
        </dgm:presLayoutVars>
      </dgm:prSet>
      <dgm:spPr/>
    </dgm:pt>
    <dgm:pt modelId="{D24123B4-6457-4494-96C4-4F2FEB99E270}" type="pres">
      <dgm:prSet presAssocID="{EDA1D81A-C355-404C-9314-7875B6D530B1}" presName="composite" presStyleCnt="0"/>
      <dgm:spPr/>
    </dgm:pt>
    <dgm:pt modelId="{6394C59C-3AF6-42EB-8C3A-B840BBCB7207}" type="pres">
      <dgm:prSet presAssocID="{EDA1D81A-C355-404C-9314-7875B6D530B1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711089BB-ECCA-4CA1-941C-63944CAE7DA9}" type="pres">
      <dgm:prSet presAssocID="{EDA1D81A-C355-404C-9314-7875B6D530B1}" presName="descendantText" presStyleLbl="alignAcc1" presStyleIdx="0" presStyleCnt="2">
        <dgm:presLayoutVars>
          <dgm:bulletEnabled val="1"/>
        </dgm:presLayoutVars>
      </dgm:prSet>
      <dgm:spPr/>
    </dgm:pt>
    <dgm:pt modelId="{88ED6699-4373-46B7-8C32-EFF2B5AF3AC6}" type="pres">
      <dgm:prSet presAssocID="{74180B77-33E8-4DFB-98B3-D3F87247F43D}" presName="sp" presStyleCnt="0"/>
      <dgm:spPr/>
    </dgm:pt>
    <dgm:pt modelId="{024E0B61-BD03-4DB1-AA84-0C803D777DED}" type="pres">
      <dgm:prSet presAssocID="{AAD6F782-2E94-4D04-A904-E32F0330624B}" presName="composite" presStyleCnt="0"/>
      <dgm:spPr/>
    </dgm:pt>
    <dgm:pt modelId="{7B599162-3B56-43F0-9994-50BC8244137D}" type="pres">
      <dgm:prSet presAssocID="{AAD6F782-2E94-4D04-A904-E32F0330624B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B0499E21-9B5E-49F7-BA83-DC9B70817FA0}" type="pres">
      <dgm:prSet presAssocID="{AAD6F782-2E94-4D04-A904-E32F0330624B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8EDC1203-D091-4B06-98C5-8275E6D3DD33}" type="presOf" srcId="{1242BFFC-B016-4E2D-816F-B3B1730F6F3C}" destId="{711089BB-ECCA-4CA1-941C-63944CAE7DA9}" srcOrd="0" destOrd="0" presId="urn:microsoft.com/office/officeart/2005/8/layout/chevron2"/>
    <dgm:cxn modelId="{1954FE32-41D1-45CD-A15F-41180911222E}" srcId="{EDA1D81A-C355-404C-9314-7875B6D530B1}" destId="{C80BE5A9-409D-42CC-9F06-2F312FAFFD52}" srcOrd="1" destOrd="0" parTransId="{53FC800D-C439-49F9-9789-9B29876D00DB}" sibTransId="{935F45E8-6746-461E-B7C1-C38D981753B8}"/>
    <dgm:cxn modelId="{1D62D634-B43F-42C3-81A1-300728022F3E}" srcId="{EDA1D81A-C355-404C-9314-7875B6D530B1}" destId="{1242BFFC-B016-4E2D-816F-B3B1730F6F3C}" srcOrd="0" destOrd="0" parTransId="{E846FCCC-F14A-489D-BDB4-2AD5FFAD2105}" sibTransId="{E43C51C1-BEEA-4D6F-BC57-F04C40407143}"/>
    <dgm:cxn modelId="{4DA6DD5E-C37E-444D-AE52-DC3D59A0B6C2}" srcId="{502582BD-E0D7-4E7A-B963-6E19DCEAFB24}" destId="{EDA1D81A-C355-404C-9314-7875B6D530B1}" srcOrd="0" destOrd="0" parTransId="{3AF32162-17EC-4D48-9DF8-56DD73A8909B}" sibTransId="{74180B77-33E8-4DFB-98B3-D3F87247F43D}"/>
    <dgm:cxn modelId="{21EED09A-61DB-4827-BF8A-830AB2A2F324}" srcId="{AAD6F782-2E94-4D04-A904-E32F0330624B}" destId="{EFBB9477-61AB-4CFA-9A22-B2BC3B56E9F5}" srcOrd="1" destOrd="0" parTransId="{646C2012-729B-4771-8CD4-C544BA39EAB7}" sibTransId="{90BD0D3D-06D9-4627-B4C4-E58AE7F0FDFF}"/>
    <dgm:cxn modelId="{E1F879AC-AC71-4BB8-8C14-25A7E556C4A8}" type="presOf" srcId="{72BC73EF-F08F-4A46-9B3D-3BD155E43A99}" destId="{B0499E21-9B5E-49F7-BA83-DC9B70817FA0}" srcOrd="0" destOrd="0" presId="urn:microsoft.com/office/officeart/2005/8/layout/chevron2"/>
    <dgm:cxn modelId="{D071E9B0-9CF1-4111-AE73-00E55F6E8109}" type="presOf" srcId="{502582BD-E0D7-4E7A-B963-6E19DCEAFB24}" destId="{08E093B7-7CEF-4201-A8A9-E299349C2D79}" srcOrd="0" destOrd="0" presId="urn:microsoft.com/office/officeart/2005/8/layout/chevron2"/>
    <dgm:cxn modelId="{EC53A4BB-EA34-473E-AAB8-282EA8FCCD30}" type="presOf" srcId="{C80BE5A9-409D-42CC-9F06-2F312FAFFD52}" destId="{711089BB-ECCA-4CA1-941C-63944CAE7DA9}" srcOrd="0" destOrd="1" presId="urn:microsoft.com/office/officeart/2005/8/layout/chevron2"/>
    <dgm:cxn modelId="{EE5FBCBC-5445-42A5-AF68-9E3D1AE40EBF}" type="presOf" srcId="{EFBB9477-61AB-4CFA-9A22-B2BC3B56E9F5}" destId="{B0499E21-9B5E-49F7-BA83-DC9B70817FA0}" srcOrd="0" destOrd="1" presId="urn:microsoft.com/office/officeart/2005/8/layout/chevron2"/>
    <dgm:cxn modelId="{7ACF99BD-165B-4040-A35C-7568D93851F1}" srcId="{AAD6F782-2E94-4D04-A904-E32F0330624B}" destId="{72BC73EF-F08F-4A46-9B3D-3BD155E43A99}" srcOrd="0" destOrd="0" parTransId="{AF97E5FB-2BA8-4E5C-B1E2-9379CCC24882}" sibTransId="{A144501D-24B3-48E5-8720-57473469EBEC}"/>
    <dgm:cxn modelId="{1EC44CD7-6B27-4D20-BD30-F69C807B37FE}" srcId="{502582BD-E0D7-4E7A-B963-6E19DCEAFB24}" destId="{AAD6F782-2E94-4D04-A904-E32F0330624B}" srcOrd="1" destOrd="0" parTransId="{3FC33339-0BCB-4822-8907-4CAD7DC59ED6}" sibTransId="{2B0DB8C8-CEEE-48E0-A488-B8791653DBB7}"/>
    <dgm:cxn modelId="{0A3672E5-F1D1-4E01-9C01-6F570B6024E8}" type="presOf" srcId="{EDA1D81A-C355-404C-9314-7875B6D530B1}" destId="{6394C59C-3AF6-42EB-8C3A-B840BBCB7207}" srcOrd="0" destOrd="0" presId="urn:microsoft.com/office/officeart/2005/8/layout/chevron2"/>
    <dgm:cxn modelId="{9FEDC6FE-DA44-446D-B533-A38DB3514255}" type="presOf" srcId="{AAD6F782-2E94-4D04-A904-E32F0330624B}" destId="{7B599162-3B56-43F0-9994-50BC8244137D}" srcOrd="0" destOrd="0" presId="urn:microsoft.com/office/officeart/2005/8/layout/chevron2"/>
    <dgm:cxn modelId="{9E5B68F3-BDA1-40D6-ACF8-2186FE94B314}" type="presParOf" srcId="{08E093B7-7CEF-4201-A8A9-E299349C2D79}" destId="{D24123B4-6457-4494-96C4-4F2FEB99E270}" srcOrd="0" destOrd="0" presId="urn:microsoft.com/office/officeart/2005/8/layout/chevron2"/>
    <dgm:cxn modelId="{0AECEC29-56E6-45B0-92EB-CCC48CB55363}" type="presParOf" srcId="{D24123B4-6457-4494-96C4-4F2FEB99E270}" destId="{6394C59C-3AF6-42EB-8C3A-B840BBCB7207}" srcOrd="0" destOrd="0" presId="urn:microsoft.com/office/officeart/2005/8/layout/chevron2"/>
    <dgm:cxn modelId="{F9515434-72B5-4079-9829-15F17F0DAE2A}" type="presParOf" srcId="{D24123B4-6457-4494-96C4-4F2FEB99E270}" destId="{711089BB-ECCA-4CA1-941C-63944CAE7DA9}" srcOrd="1" destOrd="0" presId="urn:microsoft.com/office/officeart/2005/8/layout/chevron2"/>
    <dgm:cxn modelId="{A4047412-45B2-463E-BA4F-B3C2D13400DE}" type="presParOf" srcId="{08E093B7-7CEF-4201-A8A9-E299349C2D79}" destId="{88ED6699-4373-46B7-8C32-EFF2B5AF3AC6}" srcOrd="1" destOrd="0" presId="urn:microsoft.com/office/officeart/2005/8/layout/chevron2"/>
    <dgm:cxn modelId="{2794562A-9B83-4E0B-BE9E-E6E3EF74CC28}" type="presParOf" srcId="{08E093B7-7CEF-4201-A8A9-E299349C2D79}" destId="{024E0B61-BD03-4DB1-AA84-0C803D777DED}" srcOrd="2" destOrd="0" presId="urn:microsoft.com/office/officeart/2005/8/layout/chevron2"/>
    <dgm:cxn modelId="{633764AB-7C02-46DE-8DD6-2639EECE2963}" type="presParOf" srcId="{024E0B61-BD03-4DB1-AA84-0C803D777DED}" destId="{7B599162-3B56-43F0-9994-50BC8244137D}" srcOrd="0" destOrd="0" presId="urn:microsoft.com/office/officeart/2005/8/layout/chevron2"/>
    <dgm:cxn modelId="{3DBFB2C3-BE49-48DA-91C0-D671EA6B6865}" type="presParOf" srcId="{024E0B61-BD03-4DB1-AA84-0C803D777DED}" destId="{B0499E21-9B5E-49F7-BA83-DC9B70817FA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91CDC-8579-41A9-B3D4-DE52D6724B54}">
      <dsp:nvSpPr>
        <dsp:cNvPr id="0" name=""/>
        <dsp:cNvSpPr/>
      </dsp:nvSpPr>
      <dsp:spPr>
        <a:xfrm>
          <a:off x="815392" y="0"/>
          <a:ext cx="9151915" cy="546239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48C64-7C32-4116-99C3-351C503305A0}">
      <dsp:nvSpPr>
        <dsp:cNvPr id="0" name=""/>
        <dsp:cNvSpPr/>
      </dsp:nvSpPr>
      <dsp:spPr>
        <a:xfrm>
          <a:off x="11566" y="1638718"/>
          <a:ext cx="3465614" cy="2184958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H" sz="3200" b="1" kern="1200" dirty="0"/>
            <a:t>Contexte et problématique</a:t>
          </a:r>
          <a:endParaRPr lang="en-US" sz="3200" kern="1200" dirty="0"/>
        </a:p>
      </dsp:txBody>
      <dsp:txXfrm>
        <a:off x="118227" y="1745379"/>
        <a:ext cx="3252292" cy="1971636"/>
      </dsp:txXfrm>
    </dsp:sp>
    <dsp:sp modelId="{0B75E527-153C-4B10-80CE-1F2057A88015}">
      <dsp:nvSpPr>
        <dsp:cNvPr id="0" name=""/>
        <dsp:cNvSpPr/>
      </dsp:nvSpPr>
      <dsp:spPr>
        <a:xfrm>
          <a:off x="3650672" y="1638718"/>
          <a:ext cx="3465614" cy="2184958"/>
        </a:xfrm>
        <a:prstGeom prst="roundRect">
          <a:avLst/>
        </a:prstGeom>
        <a:solidFill>
          <a:schemeClr val="accent2">
            <a:shade val="80000"/>
            <a:hueOff val="-17936"/>
            <a:satOff val="-2012"/>
            <a:lumOff val="128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H" sz="3200" b="1" kern="1200"/>
            <a:t>Objectif(s)</a:t>
          </a:r>
          <a:endParaRPr lang="en-US" sz="3200" kern="1200"/>
        </a:p>
      </dsp:txBody>
      <dsp:txXfrm>
        <a:off x="3757333" y="1745379"/>
        <a:ext cx="3252292" cy="1971636"/>
      </dsp:txXfrm>
    </dsp:sp>
    <dsp:sp modelId="{90E5BCFA-3C8A-457F-B6B3-D041C36A25FB}">
      <dsp:nvSpPr>
        <dsp:cNvPr id="0" name=""/>
        <dsp:cNvSpPr/>
      </dsp:nvSpPr>
      <dsp:spPr>
        <a:xfrm>
          <a:off x="7289778" y="1638718"/>
          <a:ext cx="3465614" cy="2184958"/>
        </a:xfrm>
        <a:prstGeom prst="roundRect">
          <a:avLst/>
        </a:prstGeom>
        <a:solidFill>
          <a:schemeClr val="accent2">
            <a:shade val="80000"/>
            <a:hueOff val="-35872"/>
            <a:satOff val="-4024"/>
            <a:lumOff val="256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H" sz="3200" b="1" kern="1200">
              <a:solidFill>
                <a:schemeClr val="bg1"/>
              </a:solidFill>
            </a:rPr>
            <a:t>Méthodes</a:t>
          </a:r>
          <a:endParaRPr lang="en-US" sz="3200" kern="1200">
            <a:solidFill>
              <a:schemeClr val="bg1"/>
            </a:solidFill>
          </a:endParaRPr>
        </a:p>
      </dsp:txBody>
      <dsp:txXfrm>
        <a:off x="7396439" y="1745379"/>
        <a:ext cx="3252292" cy="19716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AF70E-ADA5-47F5-8EBF-DF48FC33069C}">
      <dsp:nvSpPr>
        <dsp:cNvPr id="0" name=""/>
        <dsp:cNvSpPr/>
      </dsp:nvSpPr>
      <dsp:spPr>
        <a:xfrm>
          <a:off x="9788" y="382546"/>
          <a:ext cx="2925617" cy="17553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100" b="1" kern="1200">
              <a:latin typeface="Open Sans"/>
              <a:ea typeface="Open Sans"/>
              <a:cs typeface="Open Sans"/>
            </a:rPr>
            <a:t>Récolter</a:t>
          </a:r>
          <a:endParaRPr lang="en-US" sz="2100" kern="1200"/>
        </a:p>
      </dsp:txBody>
      <dsp:txXfrm>
        <a:off x="61201" y="433959"/>
        <a:ext cx="2822791" cy="1652544"/>
      </dsp:txXfrm>
    </dsp:sp>
    <dsp:sp modelId="{7395251C-159A-4415-B2A0-974F8195149A}">
      <dsp:nvSpPr>
        <dsp:cNvPr id="0" name=""/>
        <dsp:cNvSpPr/>
      </dsp:nvSpPr>
      <dsp:spPr>
        <a:xfrm>
          <a:off x="3227967" y="897454"/>
          <a:ext cx="620230" cy="72555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shade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227967" y="1042565"/>
        <a:ext cx="434161" cy="435331"/>
      </dsp:txXfrm>
    </dsp:sp>
    <dsp:sp modelId="{4D3FE9FB-A689-4114-B530-93E4AE8D3A45}">
      <dsp:nvSpPr>
        <dsp:cNvPr id="0" name=""/>
        <dsp:cNvSpPr/>
      </dsp:nvSpPr>
      <dsp:spPr>
        <a:xfrm>
          <a:off x="4105652" y="382546"/>
          <a:ext cx="2925617" cy="17553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-17936"/>
                <a:satOff val="-2012"/>
                <a:lumOff val="1284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17936"/>
                <a:satOff val="-2012"/>
                <a:lumOff val="1284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17936"/>
                <a:satOff val="-2012"/>
                <a:lumOff val="1284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100" b="1" kern="1200">
              <a:latin typeface="Open Sans"/>
              <a:ea typeface="Open Sans"/>
              <a:cs typeface="Open Sans"/>
            </a:rPr>
            <a:t>Filtrer </a:t>
          </a:r>
          <a:endParaRPr lang="en-US" sz="2100" kern="1200"/>
        </a:p>
      </dsp:txBody>
      <dsp:txXfrm>
        <a:off x="4157065" y="433959"/>
        <a:ext cx="2822791" cy="1652544"/>
      </dsp:txXfrm>
    </dsp:sp>
    <dsp:sp modelId="{CB485982-1840-45BC-9580-2FA0D1AFE6C3}">
      <dsp:nvSpPr>
        <dsp:cNvPr id="0" name=""/>
        <dsp:cNvSpPr/>
      </dsp:nvSpPr>
      <dsp:spPr>
        <a:xfrm>
          <a:off x="7323831" y="897454"/>
          <a:ext cx="620230" cy="72555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shade val="90000"/>
                <a:hueOff val="-35851"/>
                <a:satOff val="-4207"/>
                <a:lumOff val="23011"/>
                <a:alphaOff val="0"/>
                <a:shade val="51000"/>
                <a:satMod val="130000"/>
              </a:schemeClr>
            </a:gs>
            <a:gs pos="80000">
              <a:schemeClr val="accent2">
                <a:shade val="90000"/>
                <a:hueOff val="-35851"/>
                <a:satOff val="-4207"/>
                <a:lumOff val="23011"/>
                <a:alphaOff val="0"/>
                <a:shade val="93000"/>
                <a:satMod val="130000"/>
              </a:schemeClr>
            </a:gs>
            <a:gs pos="100000">
              <a:schemeClr val="accent2">
                <a:shade val="90000"/>
                <a:hueOff val="-35851"/>
                <a:satOff val="-4207"/>
                <a:lumOff val="2301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323831" y="1042565"/>
        <a:ext cx="434161" cy="435331"/>
      </dsp:txXfrm>
    </dsp:sp>
    <dsp:sp modelId="{C535A901-4322-43E7-A255-706A92FD8D69}">
      <dsp:nvSpPr>
        <dsp:cNvPr id="0" name=""/>
        <dsp:cNvSpPr/>
      </dsp:nvSpPr>
      <dsp:spPr>
        <a:xfrm>
          <a:off x="8201516" y="382546"/>
          <a:ext cx="2925617" cy="17553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-35872"/>
                <a:satOff val="-4024"/>
                <a:lumOff val="2568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35872"/>
                <a:satOff val="-4024"/>
                <a:lumOff val="2568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35872"/>
                <a:satOff val="-4024"/>
                <a:lumOff val="2568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100" b="1" kern="1200">
              <a:latin typeface="Open Sans"/>
              <a:ea typeface="Open Sans"/>
              <a:cs typeface="Open Sans"/>
            </a:rPr>
            <a:t>Comparer/Analyser</a:t>
          </a:r>
          <a:endParaRPr lang="en-US" sz="2100" kern="1200">
            <a:latin typeface="Open Sans"/>
            <a:ea typeface="Open Sans"/>
            <a:cs typeface="Open Sans"/>
          </a:endParaRPr>
        </a:p>
      </dsp:txBody>
      <dsp:txXfrm>
        <a:off x="8252929" y="433959"/>
        <a:ext cx="2822791" cy="16525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4C59C-3AF6-42EB-8C3A-B840BBCB7207}">
      <dsp:nvSpPr>
        <dsp:cNvPr id="0" name=""/>
        <dsp:cNvSpPr/>
      </dsp:nvSpPr>
      <dsp:spPr>
        <a:xfrm rot="5400000">
          <a:off x="-365414" y="368365"/>
          <a:ext cx="2436093" cy="1705265"/>
        </a:xfrm>
        <a:prstGeom prst="chevron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"/>
            </a:rPr>
            <a:t>Maroua &amp; Vadym</a:t>
          </a:r>
          <a:endParaRPr lang="en-US" sz="2500" kern="1200"/>
        </a:p>
      </dsp:txBody>
      <dsp:txXfrm rot="-5400000">
        <a:off x="1" y="855584"/>
        <a:ext cx="1705265" cy="730828"/>
      </dsp:txXfrm>
    </dsp:sp>
    <dsp:sp modelId="{711089BB-ECCA-4CA1-941C-63944CAE7DA9}">
      <dsp:nvSpPr>
        <dsp:cNvPr id="0" name=""/>
        <dsp:cNvSpPr/>
      </dsp:nvSpPr>
      <dsp:spPr>
        <a:xfrm rot="5400000">
          <a:off x="2957420" y="-1249203"/>
          <a:ext cx="1583460" cy="408777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H" sz="2100" b="1" kern="1200">
              <a:latin typeface="Open Sans"/>
              <a:ea typeface="Open Sans"/>
              <a:cs typeface="Open Sans"/>
            </a:rPr>
            <a:t>Nettoyage des données</a:t>
          </a:r>
          <a:endParaRPr lang="en-US" sz="21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H" sz="2100" b="1" kern="1200">
              <a:latin typeface="Open Sans"/>
              <a:ea typeface="Open Sans"/>
              <a:cs typeface="Open Sans"/>
            </a:rPr>
            <a:t>Comparaison et recherche de corrélation entre les données</a:t>
          </a:r>
          <a:endParaRPr lang="en-US" sz="2100" kern="1200"/>
        </a:p>
      </dsp:txBody>
      <dsp:txXfrm rot="-5400000">
        <a:off x="1705265" y="80250"/>
        <a:ext cx="4010472" cy="1428864"/>
      </dsp:txXfrm>
    </dsp:sp>
    <dsp:sp modelId="{7B599162-3B56-43F0-9994-50BC8244137D}">
      <dsp:nvSpPr>
        <dsp:cNvPr id="0" name=""/>
        <dsp:cNvSpPr/>
      </dsp:nvSpPr>
      <dsp:spPr>
        <a:xfrm rot="5400000">
          <a:off x="-365414" y="2520402"/>
          <a:ext cx="2436093" cy="1705265"/>
        </a:xfrm>
        <a:prstGeom prst="chevron">
          <a:avLst/>
        </a:prstGeom>
        <a:solidFill>
          <a:schemeClr val="accent2">
            <a:shade val="80000"/>
            <a:hueOff val="-35872"/>
            <a:satOff val="-4024"/>
            <a:lumOff val="25680"/>
            <a:alphaOff val="0"/>
          </a:schemeClr>
        </a:solidFill>
        <a:ln w="25400" cap="flat" cmpd="sng" algn="ctr">
          <a:solidFill>
            <a:schemeClr val="accent2">
              <a:shade val="80000"/>
              <a:hueOff val="-35872"/>
              <a:satOff val="-4024"/>
              <a:lumOff val="256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"/>
            </a:rPr>
            <a:t>Lucas</a:t>
          </a:r>
          <a:endParaRPr lang="en-US" sz="2500" kern="1200"/>
        </a:p>
      </dsp:txBody>
      <dsp:txXfrm rot="-5400000">
        <a:off x="1" y="3007621"/>
        <a:ext cx="1705265" cy="730828"/>
      </dsp:txXfrm>
    </dsp:sp>
    <dsp:sp modelId="{B0499E21-9B5E-49F7-BA83-DC9B70817FA0}">
      <dsp:nvSpPr>
        <dsp:cNvPr id="0" name=""/>
        <dsp:cNvSpPr/>
      </dsp:nvSpPr>
      <dsp:spPr>
        <a:xfrm rot="5400000">
          <a:off x="2957420" y="902833"/>
          <a:ext cx="1583460" cy="408777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-35872"/>
              <a:satOff val="-4024"/>
              <a:lumOff val="256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H" sz="2100" b="1" kern="1200">
              <a:latin typeface="Open Sans"/>
              <a:ea typeface="Open Sans"/>
              <a:cs typeface="Open Sans"/>
            </a:rPr>
            <a:t>Statistiques</a:t>
          </a:r>
          <a:endParaRPr lang="en-US" sz="2100" kern="1200">
            <a:latin typeface="Open Sans"/>
            <a:ea typeface="Open Sans"/>
            <a:cs typeface="Open Sans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H" sz="2100" b="1" kern="1200">
              <a:latin typeface="Open Sans"/>
              <a:ea typeface="Open Sans"/>
              <a:cs typeface="Open Sans"/>
            </a:rPr>
            <a:t>Préparation Oral</a:t>
          </a:r>
          <a:endParaRPr lang="en-US" sz="2100" kern="1200">
            <a:latin typeface="Calibri"/>
          </a:endParaRPr>
        </a:p>
      </dsp:txBody>
      <dsp:txXfrm rot="-5400000">
        <a:off x="1705265" y="2232286"/>
        <a:ext cx="4010472" cy="1428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296" y="0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r">
              <a:defRPr sz="1200"/>
            </a:lvl1pPr>
          </a:lstStyle>
          <a:p>
            <a:fld id="{A9A38115-2533-4DD5-A77A-754771AFE5B4}" type="datetimeFigureOut">
              <a:rPr lang="fr-FR" smtClean="0"/>
              <a:pPr/>
              <a:t>28/11/2025</a:t>
            </a:fld>
            <a:endParaRPr lang="fr-CH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1107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296" y="9721107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r">
              <a:defRPr sz="1200"/>
            </a:lvl1pPr>
          </a:lstStyle>
          <a:p>
            <a:fld id="{B8D95ED4-4302-4B9F-9D23-41135BD21B7E}" type="slidenum">
              <a:rPr lang="fr-CH" smtClean="0"/>
              <a:pPr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06180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6" y="0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r">
              <a:defRPr sz="1200"/>
            </a:lvl1pPr>
          </a:lstStyle>
          <a:p>
            <a:fld id="{935D434A-8A59-4F13-9A59-26B08A6D282A}" type="datetimeFigureOut">
              <a:rPr lang="fr-FR" smtClean="0"/>
              <a:pPr/>
              <a:t>28/11/2025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49" tIns="47373" rIns="94749" bIns="47373" rtlCol="0" anchor="ctr"/>
          <a:lstStyle/>
          <a:p>
            <a:endParaRPr lang="fr-CH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1" y="4861441"/>
            <a:ext cx="5679440" cy="4605577"/>
          </a:xfrm>
          <a:prstGeom prst="rect">
            <a:avLst/>
          </a:prstGeom>
        </p:spPr>
        <p:txBody>
          <a:bodyPr vert="horz" lIns="94749" tIns="47373" rIns="94749" bIns="4737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1107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6" y="9721107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r">
              <a:defRPr sz="1200"/>
            </a:lvl1pPr>
          </a:lstStyle>
          <a:p>
            <a:fld id="{9E3519E5-025F-4B1C-8C8E-E5E4EA4A6412}" type="slidenum">
              <a:rPr lang="fr-CH" smtClean="0"/>
              <a:pPr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499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400800" cy="36020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CH" sz="8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2587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E70B3-5C3A-E372-BFC0-C3901FEC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3A9B30-9C0D-D3C1-3C88-BCCD6EB8D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2C252D-E5B4-8901-8A42-D7C966A19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>
                <a:ea typeface="Calibri"/>
                <a:cs typeface="Calibri"/>
              </a:rPr>
              <a:t>Contexte et Problématique : évolution / santé publique suisse / cause décès/ consommation médicaments</a:t>
            </a:r>
          </a:p>
          <a:p>
            <a:r>
              <a:rPr lang="fr-CH" dirty="0">
                <a:ea typeface="Calibri"/>
                <a:cs typeface="Calibri"/>
              </a:rPr>
              <a:t>Objectif : Analyser les causes de </a:t>
            </a:r>
            <a:r>
              <a:rPr lang="fr-CH" dirty="0" err="1">
                <a:ea typeface="Calibri"/>
                <a:cs typeface="Calibri"/>
              </a:rPr>
              <a:t>déces</a:t>
            </a:r>
            <a:r>
              <a:rPr lang="fr-CH" dirty="0">
                <a:ea typeface="Calibri"/>
                <a:cs typeface="Calibri"/>
              </a:rPr>
              <a:t> / étudier </a:t>
            </a:r>
            <a:r>
              <a:rPr lang="fr-CH" dirty="0" err="1">
                <a:ea typeface="Calibri"/>
                <a:cs typeface="Calibri"/>
              </a:rPr>
              <a:t>evolution</a:t>
            </a:r>
            <a:r>
              <a:rPr lang="fr-CH" dirty="0">
                <a:ea typeface="Calibri"/>
                <a:cs typeface="Calibri"/>
              </a:rPr>
              <a:t> répartition </a:t>
            </a:r>
            <a:r>
              <a:rPr lang="fr-CH" dirty="0" err="1">
                <a:ea typeface="Calibri"/>
                <a:cs typeface="Calibri"/>
              </a:rPr>
              <a:t>medic</a:t>
            </a:r>
            <a:r>
              <a:rPr lang="fr-CH" dirty="0">
                <a:ea typeface="Calibri"/>
                <a:cs typeface="Calibri"/>
              </a:rPr>
              <a:t>.</a:t>
            </a:r>
          </a:p>
          <a:p>
            <a:r>
              <a:rPr lang="fr-CH" dirty="0">
                <a:ea typeface="Calibri"/>
                <a:cs typeface="Calibri"/>
              </a:rPr>
              <a:t>Méthode: Trouver / Filtrer / Analyser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1AE91E-75A0-FD79-3004-CEA94469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6317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A0178-B1BA-E8ED-2676-441E7DCB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A42142-7B0E-AB5D-0330-37589AE88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1AB8F0-E3A1-D5BE-6BEF-FBA1ADB15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924916-B30F-C546-B7E8-B881EDDB9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5170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A0178-B1BA-E8ED-2676-441E7DCB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A42142-7B0E-AB5D-0330-37589AE88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1AB8F0-E3A1-D5BE-6BEF-FBA1ADB15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924916-B30F-C546-B7E8-B881EDDB9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5170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7DFB-54D9-3237-38FA-283B0DD1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DCD94E-6B74-D363-749D-BCDB6F21F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C713A9-4759-3B0A-3AE2-33F08E7E2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Source: </a:t>
            </a:r>
            <a:r>
              <a:rPr lang="fr-CH" dirty="0" err="1"/>
              <a:t>SwissMedic</a:t>
            </a:r>
            <a:endParaRPr lang="fr-CH" dirty="0"/>
          </a:p>
          <a:p>
            <a:r>
              <a:rPr lang="fr-CH" dirty="0" err="1"/>
              <a:t>Datasets</a:t>
            </a:r>
            <a:r>
              <a:rPr lang="fr-CH" dirty="0"/>
              <a:t>:</a:t>
            </a:r>
          </a:p>
          <a:p>
            <a:pPr marL="171450" indent="-171450">
              <a:buFontTx/>
              <a:buChar char="-"/>
            </a:pPr>
            <a:r>
              <a:rPr lang="fr-CH" dirty="0"/>
              <a:t>ATC: méthode </a:t>
            </a:r>
            <a:r>
              <a:rPr lang="fr-CH" dirty="0" err="1"/>
              <a:t>standarisé</a:t>
            </a:r>
            <a:r>
              <a:rPr lang="fr-CH" dirty="0"/>
              <a:t> </a:t>
            </a:r>
            <a:r>
              <a:rPr lang="fr-CH" dirty="0" err="1"/>
              <a:t>internation</a:t>
            </a:r>
            <a:r>
              <a:rPr lang="fr-CH" dirty="0"/>
              <a:t> pour classifier les médicaments basé sur les effets </a:t>
            </a:r>
            <a:r>
              <a:rPr lang="fr-CH" dirty="0" err="1"/>
              <a:t>thérapeuthique</a:t>
            </a:r>
            <a:endParaRPr lang="fr-CH" dirty="0"/>
          </a:p>
          <a:p>
            <a:pPr marL="171450" indent="-171450">
              <a:buFontTx/>
              <a:buChar char="-"/>
            </a:pPr>
            <a:r>
              <a:rPr lang="fr-CH" dirty="0"/>
              <a:t>Liste de médicament avec indication: liste de médicaments autorisé en suisse avec indication thérapeutique autorisée</a:t>
            </a:r>
          </a:p>
          <a:p>
            <a:pPr marL="171450" indent="-171450">
              <a:buFontTx/>
              <a:buChar char="-"/>
            </a:pPr>
            <a:r>
              <a:rPr lang="fr-CH" dirty="0"/>
              <a:t>Liste de médicament à durée limite: liste de médicaments avec autorisation temporaire -&gt; sous surveillance ou en attente de réévaluation, surtout pour traitement de maladie graves</a:t>
            </a:r>
          </a:p>
          <a:p>
            <a:pPr marL="0" indent="0">
              <a:buFontTx/>
              <a:buNone/>
            </a:pPr>
            <a:r>
              <a:rPr lang="fr-CH" dirty="0"/>
              <a:t>[1]</a:t>
            </a:r>
          </a:p>
          <a:p>
            <a:pPr marL="0" indent="0">
              <a:buFontTx/>
              <a:buNone/>
            </a:pPr>
            <a:r>
              <a:rPr lang="fr-CH" dirty="0"/>
              <a:t>Exemple de répartition des médicaments selon les causes de mortalité</a:t>
            </a:r>
          </a:p>
          <a:p>
            <a:pPr marL="0" indent="0">
              <a:buFontTx/>
              <a:buNone/>
            </a:pPr>
            <a:r>
              <a:rPr lang="fr-CH" dirty="0"/>
              <a:t>[2]</a:t>
            </a:r>
          </a:p>
          <a:p>
            <a:pPr marL="0" indent="0">
              <a:buFontTx/>
              <a:buNone/>
            </a:pPr>
            <a:r>
              <a:rPr lang="fr-CH" dirty="0"/>
              <a:t>Exemple de répartition des médicaments liés au cancer par année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A56F57-3B8F-CAB6-A913-7C0151D94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0836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8A33-4EA9-8B3C-1F21-B044C8646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FABE47-8E81-0AF7-34B1-498DA6276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B82044-2925-0CF5-5B35-AAABCBFF0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E4D1AB-4BC7-DFEF-D3E6-05712B949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83191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mpl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007534" y="2420938"/>
            <a:ext cx="10176933" cy="2016125"/>
          </a:xfrm>
        </p:spPr>
        <p:txBody>
          <a:bodyPr>
            <a:normAutofit/>
          </a:bodyPr>
          <a:lstStyle>
            <a:lvl1pPr marL="0" indent="0" algn="l">
              <a:buNone/>
              <a:defRPr sz="7200" baseline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Roboto Condensed" pitchFamily="2" charset="0"/>
              </a:defRPr>
            </a:lvl1pPr>
            <a:lvl5pPr>
              <a:defRPr/>
            </a:lvl5pPr>
          </a:lstStyle>
          <a:p>
            <a:pPr lvl="0"/>
            <a:r>
              <a:rPr lang="fr-FR" err="1"/>
              <a:t>Demo</a:t>
            </a:r>
            <a:r>
              <a:rPr lang="fr-FR"/>
              <a:t> </a:t>
            </a:r>
            <a:r>
              <a:rPr lang="fr-FR" err="1"/>
              <a:t>text</a:t>
            </a:r>
            <a:endParaRPr lang="fr-CH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BAB171B-C3A4-4557-1E13-20F09DBC3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6E631C47-F2A2-9BB2-DBB1-BE5B1FDF1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6F02FD8-6A90-5053-B217-1C484564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9971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73937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1004" y="1340768"/>
            <a:ext cx="11687472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7726B9BA-DE2B-EA9E-FA15-D4404E9E5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9CD7C1CA-5DDA-E379-EF19-34F7C46C6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6E65DDC2-5C87-092F-F111-65C704A24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67662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-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19800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404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1. 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C656BEB2-180A-C8F7-9BB2-C8699FD07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63618DB3-1908-6999-9A6D-FAFA9781C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E671695-BB8A-B4E3-0D1D-5DEA929D6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1826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41003" y="1600201"/>
            <a:ext cx="57533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73592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1142E14E-0E00-7ABA-D9F4-7CDB0ACA09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4DA66138-192B-D3AD-9DEF-8AC4CB69A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7614A7C1-6CCB-8716-B8FA-38C157D43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65980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57BBE351-0483-947B-013F-B7EAE02F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77014DB8-3788-828D-4C36-178E3A58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556BE6F4-0277-69C2-B65D-E415DC90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02556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1371" y="332656"/>
            <a:ext cx="11329259" cy="7920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B46E37FB-28C4-8D62-2680-029171FE9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8C462E7F-1B50-6FB3-7AB7-4F4618AAE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5019A203-79EE-80D4-80BB-FFD8BAEE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0149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5E17B71C-EE35-1613-EC9A-D1ECE6589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422B0DF6-21E2-575C-75AF-2B4CE2527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8A8D04BB-8DB8-F380-9DCC-28A242A11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11750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37688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A6D42AA8-4474-229D-9126-17DD8CA4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15129224-2931-BC25-602B-D7EC62AED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233307E3-26A1-8A9E-389D-215E4F05A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76369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AEE743D1-2C61-A07D-9920-13DAB7B79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2E122256-3D88-D1A1-F578-340CF4388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C4E9F1C-4045-7039-DD98-337201C2C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7181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BA34519D-2FD7-CB22-D470-8D498335A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533F5B0F-7697-EF15-F026-3C49AA025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79B7E0C-374B-4F6F-633B-F4DB3248C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2703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3741" cy="7920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FC3937F0-C33D-2B51-679F-7A27A81A4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E10A22BA-24E0-84FB-8ABB-B553D6FE1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95DD96A9-C072-6A50-E9CA-7B0F58E1B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11757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_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694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260648"/>
            <a:ext cx="11692521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41003" y="1196752"/>
            <a:ext cx="11692522" cy="5062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600" b="1" i="0" kern="1200">
          <a:solidFill>
            <a:schemeClr val="accent5">
              <a:lumMod val="50000"/>
            </a:schemeClr>
          </a:solidFill>
          <a:latin typeface="Century Gothic" panose="020B0502020202020204" pitchFamily="34" charset="0"/>
          <a:ea typeface="Open Sans" pitchFamily="2" charset="0"/>
          <a:cs typeface="Open Sans" pitchFamily="2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SzPct val="50000"/>
        <a:buFont typeface="Inter Light" panose="02000503000000020004" pitchFamily="2" charset="0"/>
        <a:buChar char="►"/>
        <a:defRPr sz="36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Wingdings 3" pitchFamily="18" charset="2"/>
        <a:buChar char=""/>
        <a:defRPr sz="36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»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F79EE6-74B4-B586-A262-974F141C1300}"/>
              </a:ext>
            </a:extLst>
          </p:cNvPr>
          <p:cNvSpPr txBox="1"/>
          <p:nvPr/>
        </p:nvSpPr>
        <p:spPr>
          <a:xfrm>
            <a:off x="854902" y="1711235"/>
            <a:ext cx="725418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CH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</a:rPr>
              <a:t>Etude sur l’utilisation des médicaments</a:t>
            </a:r>
            <a:endParaRPr lang="fr-CH" sz="54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2E11D006-07D4-D9FD-B827-1A86E14A34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021" y="204511"/>
            <a:ext cx="4724015" cy="8308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9ABB-7846-8388-8605-9AF93B146BDA}"/>
              </a:ext>
            </a:extLst>
          </p:cNvPr>
          <p:cNvSpPr txBox="1">
            <a:spLocks/>
          </p:cNvSpPr>
          <p:nvPr/>
        </p:nvSpPr>
        <p:spPr>
          <a:xfrm>
            <a:off x="497570" y="3789040"/>
            <a:ext cx="11143046" cy="648072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36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36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2"/>
              </a:buClr>
              <a:buSzPct val="80000"/>
              <a:buNone/>
            </a:pPr>
            <a:r>
              <a:rPr lang="fr-CH" sz="2400" b="1" i="1" u="sng">
                <a:latin typeface="Open Sans"/>
                <a:ea typeface="Open Sans"/>
                <a:cs typeface="Open Sans"/>
              </a:rPr>
              <a:t>Maroua </a:t>
            </a:r>
            <a:r>
              <a:rPr lang="fr-CH" sz="2400" b="1" i="1" u="sng" err="1">
                <a:latin typeface="Open Sans"/>
                <a:ea typeface="Open Sans"/>
                <a:cs typeface="Open Sans"/>
              </a:rPr>
              <a:t>Zanad</a:t>
            </a:r>
            <a:r>
              <a:rPr lang="fr-CH" sz="2400" i="1">
                <a:latin typeface="Open Sans"/>
                <a:ea typeface="Open Sans"/>
                <a:cs typeface="Open Sans"/>
              </a:rPr>
              <a:t>, </a:t>
            </a:r>
            <a:r>
              <a:rPr lang="fr-CH" sz="2400" i="1" err="1">
                <a:latin typeface="Open Sans"/>
                <a:ea typeface="Open Sans"/>
                <a:cs typeface="Open Sans"/>
              </a:rPr>
              <a:t>Vadym</a:t>
            </a:r>
            <a:r>
              <a:rPr lang="fr-CH" sz="2400" i="1">
                <a:latin typeface="Open Sans"/>
                <a:ea typeface="Open Sans"/>
                <a:cs typeface="Open Sans"/>
              </a:rPr>
              <a:t> </a:t>
            </a:r>
            <a:r>
              <a:rPr lang="fr-CH" sz="2400" i="1" err="1">
                <a:latin typeface="Open Sans"/>
                <a:ea typeface="Open Sans"/>
                <a:cs typeface="Open Sans"/>
              </a:rPr>
              <a:t>Chobu</a:t>
            </a:r>
            <a:r>
              <a:rPr lang="fr-CH" sz="2400" i="1">
                <a:latin typeface="Open Sans"/>
                <a:ea typeface="Open Sans"/>
                <a:cs typeface="Open Sans"/>
              </a:rPr>
              <a:t>, Lucas Henry</a:t>
            </a:r>
          </a:p>
        </p:txBody>
      </p:sp>
    </p:spTree>
    <p:extLst>
      <p:ext uri="{BB962C8B-B14F-4D97-AF65-F5344CB8AC3E}">
        <p14:creationId xmlns:p14="http://schemas.microsoft.com/office/powerpoint/2010/main" val="119865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7360"/>
    </mc:Choice>
    <mc:Fallback>
      <p:transition advTm="1736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9642-E5B6-BC45-0BE3-3AEE4B86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B988-C23F-CA48-9881-12F56D4B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>
                <a:solidFill>
                  <a:srgbClr val="215968"/>
                </a:solidFill>
                <a:latin typeface="Century Gothic"/>
                <a:ea typeface="Open Sans"/>
                <a:cs typeface="Open Sans"/>
              </a:rPr>
              <a:t>Evolution de la santé en Suisse</a:t>
            </a:r>
            <a:endParaRPr lang="fr-CH">
              <a:solidFill>
                <a:srgbClr val="21596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6605D-9557-F1EA-8AFA-610CFA930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2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6BF36-D049-3ACF-0CE7-9D7DD7DA97F6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6160CD0-AFEB-8916-1774-CBD8BFA32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304287"/>
              </p:ext>
            </p:extLst>
          </p:nvPr>
        </p:nvGraphicFramePr>
        <p:xfrm>
          <a:off x="695931" y="1058539"/>
          <a:ext cx="10766959" cy="5462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213051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206A-2211-9D78-6F35-8B558DE8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2575-ECA6-5E65-AF56-2C447369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>
                <a:latin typeface="Century Gothic"/>
                <a:ea typeface="Open Sans"/>
                <a:cs typeface="Open Sans"/>
              </a:rPr>
              <a:t>Plan de projet </a:t>
            </a:r>
            <a:endParaRPr lang="fr-CH">
              <a:solidFill>
                <a:srgbClr val="FF0000"/>
              </a:solidFill>
              <a:latin typeface="Century Gothic"/>
              <a:ea typeface="Open Sans"/>
              <a:cs typeface="Open San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1DD5F-A7A6-1040-6465-DD65ACF19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3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24922-5B5E-7D0D-3320-3EA5B61AA256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48213BC-A3B8-8ECC-C16A-1E785A97D2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2077535"/>
              </p:ext>
            </p:extLst>
          </p:nvPr>
        </p:nvGraphicFramePr>
        <p:xfrm>
          <a:off x="527539" y="2162909"/>
          <a:ext cx="11136922" cy="2520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689562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206A-2211-9D78-6F35-8B558DE8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2575-ECA6-5E65-AF56-2C447369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>
                <a:solidFill>
                  <a:srgbClr val="215968"/>
                </a:solidFill>
                <a:latin typeface="Century Gothic"/>
                <a:ea typeface="Open Sans"/>
                <a:cs typeface="Open Sans"/>
              </a:rPr>
              <a:t>Répartition</a:t>
            </a:r>
            <a:endParaRPr lang="fr-CH">
              <a:solidFill>
                <a:srgbClr val="21596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1DD5F-A7A6-1040-6465-DD65ACF19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4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24922-5B5E-7D0D-3320-3EA5B61AA256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382" name="Diagram 381">
            <a:extLst>
              <a:ext uri="{FF2B5EF4-FFF2-40B4-BE49-F238E27FC236}">
                <a16:creationId xmlns:a16="http://schemas.microsoft.com/office/drawing/2014/main" id="{401A12F0-BF0E-881F-19E9-3DE31D8DD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1029438"/>
              </p:ext>
            </p:extLst>
          </p:nvPr>
        </p:nvGraphicFramePr>
        <p:xfrm>
          <a:off x="3194892" y="1131983"/>
          <a:ext cx="5793036" cy="4594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335794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FBABE-983E-B7D5-3526-52EE6484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19ED-14BA-9CE2-8784-047386E4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latin typeface="Century Gothic"/>
                <a:ea typeface="Open Sans"/>
                <a:cs typeface="Open Sans"/>
              </a:rPr>
              <a:t>Données</a:t>
            </a:r>
            <a:endParaRPr lang="fr-CH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D84E-B5FC-E494-125E-2F3BA61E4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5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FF285-7F0A-15CA-1A05-06B829B48E0B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C24EE2-E660-AFD0-F7D4-45BC99E75B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45714" y="1786441"/>
            <a:ext cx="5344271" cy="4153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DF793F-8D83-1FDD-C9CF-A174DD1A5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254" y="1052736"/>
            <a:ext cx="3926941" cy="527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30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CB53-D996-ABD5-0A19-50DC9C383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782A-25F6-A1A7-210E-7E6F49B4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>
                <a:latin typeface="Century Gothic"/>
                <a:ea typeface="Open Sans"/>
                <a:cs typeface="Open Sans"/>
              </a:rPr>
              <a:t>Statistique</a:t>
            </a:r>
            <a:endParaRPr lang="fr-CH">
              <a:solidFill>
                <a:srgbClr val="FF0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81D1A9-11D9-57A7-2DD0-9D9064C5E0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97570" y="1752107"/>
            <a:ext cx="5597890" cy="419841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2CE14-D95F-DBBF-7811-B27BF92EE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6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4431-13FA-B248-4F77-CC7A8C478CA5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A0ACB170-033F-592E-3109-F9D3F4659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989" y="1746356"/>
            <a:ext cx="5597889" cy="419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496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5_HEVS Templat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0033B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vert="horz" wrap="square" lIns="90000" rIns="90000" rtlCol="0" anchor="ctr" anchorCtr="1">
        <a:spAutoFit/>
      </a:bodyPr>
      <a:lstStyle>
        <a:defPPr marL="383322" indent="-293764">
          <a:buSzPct val="45000"/>
          <a:buNone/>
          <a:tabLst>
            <a:tab pos="656650" algn="l"/>
            <a:tab pos="1313299" algn="l"/>
            <a:tab pos="1969949" algn="l"/>
            <a:tab pos="2626599" algn="l"/>
            <a:tab pos="3283248" algn="l"/>
            <a:tab pos="3939898" algn="l"/>
            <a:tab pos="4596548" algn="l"/>
            <a:tab pos="5253198" algn="l"/>
            <a:tab pos="5909847" algn="l"/>
            <a:tab pos="6566497" algn="l"/>
            <a:tab pos="7223147" algn="l"/>
            <a:tab pos="7879796" algn="l"/>
          </a:tabLst>
          <a:defRPr sz="2000" b="1" dirty="0" err="1" smtClean="0">
            <a:solidFill>
              <a:srgbClr val="7030A0"/>
            </a:solidFill>
            <a:latin typeface="Consolas" pitchFamily="49" charset="0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>
        <a:ln w="12700"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7800f0-a197-48df-b3d8-63ad447b0afe">
      <Terms xmlns="http://schemas.microsoft.com/office/infopath/2007/PartnerControls"/>
    </lcf76f155ced4ddcb4097134ff3c332f>
    <TaxCatchAll xmlns="e7634316-75c5-4675-ae1f-8517fcbfe30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E827F9E369F47BA44DF5D5B04C2CA" ma:contentTypeVersion="11" ma:contentTypeDescription="Crée un document." ma:contentTypeScope="" ma:versionID="b7d19f48c3bb3549c387cdf7aa4712b4">
  <xsd:schema xmlns:xsd="http://www.w3.org/2001/XMLSchema" xmlns:xs="http://www.w3.org/2001/XMLSchema" xmlns:p="http://schemas.microsoft.com/office/2006/metadata/properties" xmlns:ns2="e7634316-75c5-4675-ae1f-8517fcbfe30d" xmlns:ns3="867800f0-a197-48df-b3d8-63ad447b0afe" targetNamespace="http://schemas.microsoft.com/office/2006/metadata/properties" ma:root="true" ma:fieldsID="5a40304e7c366f484882961a3762423f" ns2:_="" ns3:_="">
    <xsd:import namespace="e7634316-75c5-4675-ae1f-8517fcbfe30d"/>
    <xsd:import namespace="867800f0-a197-48df-b3d8-63ad447b0af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634316-75c5-4675-ae1f-8517fcbfe3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bb7a529-b375-480f-bbfb-7cebc201035f}" ma:internalName="TaxCatchAll" ma:showField="CatchAllData" ma:web="e7634316-75c5-4675-ae1f-8517fcbfe3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7800f0-a197-48df-b3d8-63ad447b0a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5965820-1b97-4994-ad5a-2b1f2cea3f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59E773-22B4-4E72-98E9-9A972373B22D}">
  <ds:schemaRefs>
    <ds:schemaRef ds:uri="http://schemas.microsoft.com/office/infopath/2007/PartnerControls"/>
    <ds:schemaRef ds:uri="http://purl.org/dc/elements/1.1/"/>
    <ds:schemaRef ds:uri="867800f0-a197-48df-b3d8-63ad447b0af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e7634316-75c5-4675-ae1f-8517fcbfe30d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96CA7C3-5467-41A0-A6A5-CAC955E7D1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4B9BDF-6BDA-4CDE-91C7-275064FCDB0A}">
  <ds:schemaRefs>
    <ds:schemaRef ds:uri="867800f0-a197-48df-b3d8-63ad447b0afe"/>
    <ds:schemaRef ds:uri="e7634316-75c5-4675-ae1f-8517fcbfe3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196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Inter Light</vt:lpstr>
      <vt:lpstr>Open Sans</vt:lpstr>
      <vt:lpstr>Open Sans Light</vt:lpstr>
      <vt:lpstr>Wingdings 3</vt:lpstr>
      <vt:lpstr>5_HEVS Template</vt:lpstr>
      <vt:lpstr>PowerPoint Presentation</vt:lpstr>
      <vt:lpstr>Evolution de la santé en Suisse</vt:lpstr>
      <vt:lpstr>Plan de projet </vt:lpstr>
      <vt:lpstr>Répartition</vt:lpstr>
      <vt:lpstr>Données</vt:lpstr>
      <vt:lpstr>Statistique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ISC course</dc:title>
  <dc:creator>Pierre-André Mudry</dc:creator>
  <cp:keywords>ISC</cp:keywords>
  <cp:lastModifiedBy>Zanad Maroua</cp:lastModifiedBy>
  <cp:revision>1</cp:revision>
  <dcterms:created xsi:type="dcterms:W3CDTF">2020-02-18T12:13:53Z</dcterms:created>
  <dcterms:modified xsi:type="dcterms:W3CDTF">2025-11-28T08:00:34Z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0x0101007BAE827F9E369F47BA44DF5D5B04C2CA</vt:lpwstr>
  </property>
</Properties>
</file>